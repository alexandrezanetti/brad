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74" d="100"/>
          <a:sy n="74" d="100"/>
        </p:scale>
        <p:origin x="1092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Zanetti de Almeida" userId="129d4ce6-e715-4d33-b4c4-312f1656225b" providerId="ADAL" clId="{8F3E855E-3D3E-438D-9377-05316F135AFA}"/>
    <pc:docChg chg="undo custSel modSld">
      <pc:chgData name="Alexandre Zanetti de Almeida" userId="129d4ce6-e715-4d33-b4c4-312f1656225b" providerId="ADAL" clId="{8F3E855E-3D3E-438D-9377-05316F135AFA}" dt="2025-07-15T18:42:15.774" v="47" actId="14100"/>
      <pc:docMkLst>
        <pc:docMk/>
      </pc:docMkLst>
      <pc:sldChg chg="addSp modSp mod">
        <pc:chgData name="Alexandre Zanetti de Almeida" userId="129d4ce6-e715-4d33-b4c4-312f1656225b" providerId="ADAL" clId="{8F3E855E-3D3E-438D-9377-05316F135AFA}" dt="2025-07-15T18:42:15.774" v="47" actId="14100"/>
        <pc:sldMkLst>
          <pc:docMk/>
          <pc:sldMk cId="2968189349" sldId="258"/>
        </pc:sldMkLst>
        <pc:spChg chg="add 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2" creationId="{456D116C-734B-858B-8F13-FDEB87365530}"/>
          </ac:spMkLst>
        </pc:spChg>
        <pc:spChg chg="add 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3" creationId="{C627177F-54C2-A345-AAB1-4FA6F8E97404}"/>
          </ac:spMkLst>
        </pc:spChg>
        <pc:spChg chg="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4" creationId="{C21E9924-1590-D7B9-B243-68C4694E4D7A}"/>
          </ac:spMkLst>
        </pc:spChg>
        <pc:spChg chg="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5" creationId="{35426F08-7384-EF65-9E06-7FDCD831CA15}"/>
          </ac:spMkLst>
        </pc:spChg>
        <pc:spChg chg="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6" creationId="{A5B6AF2A-A396-028C-F58B-95C250DE132A}"/>
          </ac:spMkLst>
        </pc:spChg>
        <pc:spChg chg="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7" creationId="{984145FE-AF9C-EBF0-B816-D8BFAA1A6727}"/>
          </ac:spMkLst>
        </pc:spChg>
        <pc:spChg chg="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11" creationId="{F93BD27A-C0CD-5824-1984-073A2B14C76E}"/>
          </ac:spMkLst>
        </pc:spChg>
        <pc:spChg chg="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12" creationId="{E0898A0F-7217-8358-62D0-59080C4831F7}"/>
          </ac:spMkLst>
        </pc:spChg>
        <pc:spChg chg="add 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13" creationId="{BB663D82-C2A4-6300-EB42-C6C4CFF530F6}"/>
          </ac:spMkLst>
        </pc:spChg>
        <pc:spChg chg="add mod">
          <ac:chgData name="Alexandre Zanetti de Almeida" userId="129d4ce6-e715-4d33-b4c4-312f1656225b" providerId="ADAL" clId="{8F3E855E-3D3E-438D-9377-05316F135AFA}" dt="2025-07-15T18:42:09.322" v="45" actId="164"/>
          <ac:spMkLst>
            <pc:docMk/>
            <pc:sldMk cId="2968189349" sldId="258"/>
            <ac:spMk id="15" creationId="{F2BD9FEC-2B04-DB53-F0CE-AE2163830C40}"/>
          </ac:spMkLst>
        </pc:spChg>
        <pc:grpChg chg="mod">
          <ac:chgData name="Alexandre Zanetti de Almeida" userId="129d4ce6-e715-4d33-b4c4-312f1656225b" providerId="ADAL" clId="{8F3E855E-3D3E-438D-9377-05316F135AFA}" dt="2025-07-15T18:42:15.774" v="47" actId="14100"/>
          <ac:grpSpMkLst>
            <pc:docMk/>
            <pc:sldMk cId="2968189349" sldId="258"/>
            <ac:grpSpMk id="16" creationId="{4FB834EB-1887-FBAF-C6B2-43EA0F4702FF}"/>
          </ac:grpSpMkLst>
        </pc:grpChg>
      </pc:sldChg>
    </pc:docChg>
  </pc:docChgLst>
  <pc:docChgLst>
    <pc:chgData name="Alexandre Zanetti de Almeida" userId="129d4ce6-e715-4d33-b4c4-312f1656225b" providerId="ADAL" clId="{0A9B386C-21B8-4507-B6FD-BD9FD8A24BCC}"/>
    <pc:docChg chg="modSld">
      <pc:chgData name="Alexandre Zanetti de Almeida" userId="129d4ce6-e715-4d33-b4c4-312f1656225b" providerId="ADAL" clId="{0A9B386C-21B8-4507-B6FD-BD9FD8A24BCC}" dt="2025-07-22T14:31:32.855" v="0" actId="207"/>
      <pc:docMkLst>
        <pc:docMk/>
      </pc:docMkLst>
      <pc:sldChg chg="modSp mod">
        <pc:chgData name="Alexandre Zanetti de Almeida" userId="129d4ce6-e715-4d33-b4c4-312f1656225b" providerId="ADAL" clId="{0A9B386C-21B8-4507-B6FD-BD9FD8A24BCC}" dt="2025-07-22T14:31:32.855" v="0" actId="207"/>
        <pc:sldMkLst>
          <pc:docMk/>
          <pc:sldMk cId="2968189349" sldId="258"/>
        </pc:sldMkLst>
        <pc:spChg chg="mod">
          <ac:chgData name="Alexandre Zanetti de Almeida" userId="129d4ce6-e715-4d33-b4c4-312f1656225b" providerId="ADAL" clId="{0A9B386C-21B8-4507-B6FD-BD9FD8A24BCC}" dt="2025-07-22T14:31:32.855" v="0" actId="207"/>
          <ac:spMkLst>
            <pc:docMk/>
            <pc:sldMk cId="2968189349" sldId="258"/>
            <ac:spMk id="2" creationId="{456D116C-734B-858B-8F13-FDEB87365530}"/>
          </ac:spMkLst>
        </pc:spChg>
        <pc:spChg chg="mod">
          <ac:chgData name="Alexandre Zanetti de Almeida" userId="129d4ce6-e715-4d33-b4c4-312f1656225b" providerId="ADAL" clId="{0A9B386C-21B8-4507-B6FD-BD9FD8A24BCC}" dt="2025-07-22T14:31:32.855" v="0" actId="207"/>
          <ac:spMkLst>
            <pc:docMk/>
            <pc:sldMk cId="2968189349" sldId="258"/>
            <ac:spMk id="3" creationId="{C627177F-54C2-A345-AAB1-4FA6F8E974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F8D20-B2C2-7E7B-6EC3-D8744FBF7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AC730-DBFC-D952-9B6B-A2B311FCD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62C26-8187-C0EF-2B92-C54EF3CC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B707A-C5A2-DBBD-CF6B-4B9C90905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6D27A-E918-CA2A-5D1A-62A5D93F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7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90D0-1E99-5A2C-B1BE-1B571FE7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88F9F-567A-A21B-BEE3-D48D01ECD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F19E0-AAA8-E503-A02B-F33B55C8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876E7-2346-CA85-111D-BCC00A40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D6D3-1CFF-DCCB-2657-0B1697EE3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50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5255-305D-995A-6447-E9C4546F1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AD59F-8CC3-66CD-7D90-E1363A1D9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912A7-2703-E5FA-A376-C904CE775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3BDC-0DF5-F5AE-4D27-3BB73D332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9941C-04A8-1551-63A1-3D22EB22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5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91F3-C1CE-24CC-7103-046CD6A4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F5D1E-ECD6-4708-6719-84953F3C8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538C3-C321-41A1-2883-99C55CFE7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C41B8-2D6C-7E08-6EE7-2B7C9290B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F2791-8F9D-43D4-96C8-959EFE676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C749F-A6A6-4FD5-B2A1-CF4BBB39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67C6-24CF-7ECB-CAE7-00246A11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6CFA5-51B6-BCAD-E4E6-704E3E801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001CA-AA83-A7BE-3D29-E5984CE4A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4D4A9-9C60-670A-D810-8CC2A6245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CBAA6-E9D5-C576-D9B4-A440D6450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C5F78A-405C-3281-01FE-98008378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3F4125-8420-782F-DC43-1A3C167F1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3DB694-EC33-14C0-F436-8BBDEDA6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6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7BB9-87A3-D566-6EE6-3CBAA3E2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B3245-5C36-ADAA-6B34-532649DF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88211-A15A-E1B5-AADD-354A90D1A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E185C-2E01-A1FA-53ED-D910BCBD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4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A42A3-9BC3-4BA0-EB1F-BDE1AC90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F9F000-EA64-2028-C141-595A18BB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DD557-79DB-1BB2-D972-EE73FF51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7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98BC1-EC6A-5BE3-BA72-CCB4F8E4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F7B5-3F3B-7823-C98C-9B677342E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0DCA3-DAB5-628B-06C1-C971B8636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E4A27-9C40-A7D8-F81E-69D5870F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D16B3-3423-D364-1935-4D5195A0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40732-6F0B-46A1-E9C0-1182FA2E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41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FC1C-896D-D98B-851B-7D5F8004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3F275-1C8C-CD10-6B9C-FDF0F5145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1E5C6-C5FB-F4BE-5CF8-648FC78F1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A5E90-D55E-BF11-0874-F3244232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76758-FF2D-56AE-E8B6-F4B282EB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0B577-93CF-2A70-BF8D-463574B4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06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AB2E-073D-D874-F631-B8244D77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C7BB7-F59F-8C02-8E3F-EBA3C98D0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9FD29-BEF4-E3F0-079D-2DD2275C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B5822-4E95-D26D-E218-87334A0B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94CC9-BADD-EE6F-6979-36E7DD91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11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AB68BF-0EE1-26BA-E199-D3A840349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3D859-7DF2-3144-5773-045DED2C8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AE169-1DAD-F6C6-26E5-7612F20E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F3E0E-4674-271C-EC31-8354315C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7CF78-7F29-798B-D4DF-710FD55E8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5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C21D-FB43-538A-94EE-1E82F2415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E75A8-3266-EC4B-ABA0-4AE6E5793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87509-549A-7C49-7359-E86AE4427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97D7A-9210-4DEF-ABD2-505690E69A1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96477-F231-0B4E-E578-65205FF47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C8399-E2AE-787F-9505-E012C4BE4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83647-772B-4092-9DBC-4472F8DBA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39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DCDDB8-4584-9640-EBF1-ED2506DE4AE7}"/>
              </a:ext>
            </a:extLst>
          </p:cNvPr>
          <p:cNvSpPr/>
          <p:nvPr/>
        </p:nvSpPr>
        <p:spPr>
          <a:xfrm>
            <a:off x="6742671" y="222422"/>
            <a:ext cx="4819135" cy="4955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dirty="0">
                <a:solidFill>
                  <a:schemeClr val="tx1"/>
                </a:solidFill>
              </a:rPr>
              <a:t>Linux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FD8A9C-1F78-A981-FE29-EB14D978FBA4}"/>
              </a:ext>
            </a:extLst>
          </p:cNvPr>
          <p:cNvSpPr/>
          <p:nvPr/>
        </p:nvSpPr>
        <p:spPr>
          <a:xfrm>
            <a:off x="520011" y="172995"/>
            <a:ext cx="3089190" cy="4324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IIB V11  Linux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3DAC92-9088-CB3B-59F3-1AED1D9BFD42}"/>
              </a:ext>
            </a:extLst>
          </p:cNvPr>
          <p:cNvSpPr/>
          <p:nvPr/>
        </p:nvSpPr>
        <p:spPr>
          <a:xfrm>
            <a:off x="8176054" y="395417"/>
            <a:ext cx="3089190" cy="4312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“ACE”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483CAF-70A0-6CF5-F297-B8647A303738}"/>
              </a:ext>
            </a:extLst>
          </p:cNvPr>
          <p:cNvSpPr/>
          <p:nvPr/>
        </p:nvSpPr>
        <p:spPr>
          <a:xfrm>
            <a:off x="520011" y="803190"/>
            <a:ext cx="6068199" cy="58818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600" dirty="0">
                <a:solidFill>
                  <a:schemeClr val="tx1"/>
                </a:solidFill>
              </a:rPr>
              <a:t>0. </a:t>
            </a:r>
            <a:r>
              <a:rPr lang="pt-BR" sz="1600" dirty="0" err="1">
                <a:solidFill>
                  <a:schemeClr val="tx1"/>
                </a:solidFill>
              </a:rPr>
              <a:t>mqsiservice</a:t>
            </a:r>
            <a:r>
              <a:rPr lang="pt-BR" sz="1600" dirty="0">
                <a:solidFill>
                  <a:schemeClr val="tx1"/>
                </a:solidFill>
              </a:rPr>
              <a:t> -v  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pt-BR" sz="1600" dirty="0">
                <a:solidFill>
                  <a:schemeClr val="tx1"/>
                </a:solidFill>
                <a:highlight>
                  <a:srgbClr val="C0C0C0"/>
                </a:highlight>
                <a:sym typeface="Wingdings" panose="05000000000000000000" pitchFamily="2" charset="2"/>
              </a:rPr>
              <a:t>versão IIB 11.0.?</a:t>
            </a:r>
            <a:endParaRPr lang="pt-BR" sz="1600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pPr algn="just"/>
            <a:r>
              <a:rPr lang="pt-BR" sz="1600" dirty="0">
                <a:solidFill>
                  <a:schemeClr val="tx1"/>
                </a:solidFill>
              </a:rPr>
              <a:t>     versão do Linux 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 “</a:t>
            </a:r>
            <a:r>
              <a:rPr lang="pt-BR" sz="1600" dirty="0" err="1">
                <a:solidFill>
                  <a:schemeClr val="tx1"/>
                </a:solidFill>
              </a:rPr>
              <a:t>cat</a:t>
            </a:r>
            <a:r>
              <a:rPr lang="pt-BR" sz="1600" dirty="0">
                <a:solidFill>
                  <a:schemeClr val="tx1"/>
                </a:solidFill>
              </a:rPr>
              <a:t>  release”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</a:rPr>
              <a:t>     </a:t>
            </a:r>
            <a:r>
              <a:rPr lang="pt-BR" sz="1600" dirty="0" err="1">
                <a:solidFill>
                  <a:schemeClr val="tx1"/>
                </a:solidFill>
              </a:rPr>
              <a:t>dspmq</a:t>
            </a:r>
            <a:r>
              <a:rPr lang="pt-BR" sz="1600" dirty="0">
                <a:solidFill>
                  <a:schemeClr val="tx1"/>
                </a:solidFill>
              </a:rPr>
              <a:t> –v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r>
              <a:rPr lang="pt-BR" sz="1600" dirty="0">
                <a:solidFill>
                  <a:schemeClr val="tx1"/>
                </a:solidFill>
              </a:rPr>
              <a:t>1. </a:t>
            </a:r>
            <a:r>
              <a:rPr lang="pt-BR" sz="1600" dirty="0" err="1">
                <a:solidFill>
                  <a:schemeClr val="tx1"/>
                </a:solidFill>
              </a:rPr>
              <a:t>mqsilist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 quantos /quais </a:t>
            </a:r>
            <a:r>
              <a:rPr lang="pt-BR" sz="16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  <a:r>
              <a:rPr lang="pt-BR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Ex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; </a:t>
            </a:r>
            <a:r>
              <a:rPr lang="pt-BR" sz="16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IN-1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pt-BR" sz="16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IN-2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, ...</a:t>
            </a:r>
          </a:p>
          <a:p>
            <a:pPr algn="just"/>
            <a:endParaRPr lang="pt-BR" sz="16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2. </a:t>
            </a:r>
            <a:r>
              <a:rPr lang="pt-BR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mqsislist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pt-BR" sz="16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IN-1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 -d 0  quantos/quais </a:t>
            </a:r>
            <a:r>
              <a:rPr lang="pt-BR" sz="1600" dirty="0">
                <a:solidFill>
                  <a:schemeClr val="tx1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IS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e </a:t>
            </a:r>
            <a:r>
              <a:rPr lang="pt-BR" sz="1600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F1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  <a:r>
              <a:rPr lang="pt-BR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Ex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; </a:t>
            </a:r>
            <a:r>
              <a:rPr lang="pt-BR" sz="1600" dirty="0">
                <a:solidFill>
                  <a:schemeClr val="tx1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IS-A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pt-BR" sz="1600" dirty="0">
                <a:solidFill>
                  <a:schemeClr val="tx1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IS-PIX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, ...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          </a:t>
            </a:r>
            <a:r>
              <a:rPr lang="pt-BR" sz="1600" dirty="0">
                <a:solidFill>
                  <a:schemeClr val="tx1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IS-A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,   </a:t>
            </a:r>
            <a:r>
              <a:rPr lang="pt-BR" sz="1600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F1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pt-BR" sz="1600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F3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          </a:t>
            </a:r>
            <a:r>
              <a:rPr lang="pt-BR" sz="1600" dirty="0">
                <a:solidFill>
                  <a:schemeClr val="tx1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IS-PIX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,   </a:t>
            </a:r>
            <a:r>
              <a:rPr lang="pt-BR" sz="1600" dirty="0">
                <a:solidFill>
                  <a:schemeClr val="tx1"/>
                </a:solidFill>
                <a:highlight>
                  <a:srgbClr val="00FFFF"/>
                </a:highlight>
                <a:sym typeface="Wingdings" panose="05000000000000000000" pitchFamily="2" charset="2"/>
              </a:rPr>
              <a:t>F2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------------------------------------------------------------------------</a:t>
            </a:r>
          </a:p>
          <a:p>
            <a:pPr algn="just"/>
            <a:r>
              <a:rPr lang="pt-BR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Pre-requisitos</a:t>
            </a:r>
            <a:endParaRPr lang="pt-BR" sz="16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   SO, MQ, 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------------------------------------------------------------------------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3. Download Passport Advantage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4. </a:t>
            </a:r>
            <a:r>
              <a:rPr lang="pt-BR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mqsibackup</a:t>
            </a:r>
            <a:endParaRPr lang="pt-BR" sz="16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------------------------------------------------------------------------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Migração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10. Stop no ambiente  </a:t>
            </a:r>
            <a:r>
              <a:rPr lang="pt-BR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mqsistop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pt-BR" sz="16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IN-1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11. </a:t>
            </a:r>
            <a:r>
              <a:rPr lang="pt-BR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Mqsiextract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(“</a:t>
            </a:r>
            <a:r>
              <a:rPr lang="pt-BR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restore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”)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12. Stop no ambiente  </a:t>
            </a:r>
            <a:r>
              <a:rPr lang="pt-BR" sz="1600" dirty="0" err="1">
                <a:solidFill>
                  <a:schemeClr val="tx1"/>
                </a:solidFill>
                <a:sym typeface="Wingdings" panose="05000000000000000000" pitchFamily="2" charset="2"/>
              </a:rPr>
              <a:t>mqsistart</a:t>
            </a:r>
            <a:r>
              <a:rPr lang="pt-BR" sz="16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pt-BR" sz="16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IN-1</a:t>
            </a:r>
          </a:p>
          <a:p>
            <a:pPr algn="just"/>
            <a:endParaRPr lang="pt-BR" sz="1600" dirty="0">
              <a:solidFill>
                <a:schemeClr val="tx1"/>
              </a:solidFill>
              <a:highlight>
                <a:srgbClr val="00FFFF"/>
              </a:highlight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5B6BE7-6E84-855F-6064-38AEA612E6D8}"/>
              </a:ext>
            </a:extLst>
          </p:cNvPr>
          <p:cNvSpPr/>
          <p:nvPr/>
        </p:nvSpPr>
        <p:spPr>
          <a:xfrm>
            <a:off x="8417010" y="960738"/>
            <a:ext cx="2607277" cy="7599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Integration</a:t>
            </a:r>
            <a:r>
              <a:rPr lang="pt-BR" dirty="0">
                <a:solidFill>
                  <a:schemeClr val="tx1"/>
                </a:solidFill>
              </a:rPr>
              <a:t> Node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5A4916-E125-46F3-3C14-E8D56B868D3C}"/>
              </a:ext>
            </a:extLst>
          </p:cNvPr>
          <p:cNvSpPr/>
          <p:nvPr/>
        </p:nvSpPr>
        <p:spPr>
          <a:xfrm>
            <a:off x="8417010" y="2171701"/>
            <a:ext cx="2607277" cy="7599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Integration</a:t>
            </a:r>
            <a:r>
              <a:rPr lang="pt-BR" dirty="0">
                <a:solidFill>
                  <a:schemeClr val="tx1"/>
                </a:solidFill>
              </a:rPr>
              <a:t> Servers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E34D3F-2A0B-0140-4021-82896C590645}"/>
              </a:ext>
            </a:extLst>
          </p:cNvPr>
          <p:cNvSpPr/>
          <p:nvPr/>
        </p:nvSpPr>
        <p:spPr>
          <a:xfrm>
            <a:off x="8503507" y="2319981"/>
            <a:ext cx="2607277" cy="7599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Integration</a:t>
            </a:r>
            <a:r>
              <a:rPr lang="pt-BR" dirty="0">
                <a:solidFill>
                  <a:schemeClr val="tx1"/>
                </a:solidFill>
              </a:rPr>
              <a:t> Servers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F477F2-23F1-E2F4-35F9-241FD73B73A8}"/>
              </a:ext>
            </a:extLst>
          </p:cNvPr>
          <p:cNvSpPr/>
          <p:nvPr/>
        </p:nvSpPr>
        <p:spPr>
          <a:xfrm>
            <a:off x="8590004" y="2428103"/>
            <a:ext cx="2607277" cy="75993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err="1">
                <a:solidFill>
                  <a:schemeClr val="tx1"/>
                </a:solidFill>
              </a:rPr>
              <a:t>Integration</a:t>
            </a:r>
            <a:r>
              <a:rPr lang="pt-BR" dirty="0">
                <a:solidFill>
                  <a:schemeClr val="tx1"/>
                </a:solidFill>
              </a:rPr>
              <a:t> Servers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5DAB62-B79A-AE4B-9211-D1DACD515DEF}"/>
              </a:ext>
            </a:extLst>
          </p:cNvPr>
          <p:cNvSpPr/>
          <p:nvPr/>
        </p:nvSpPr>
        <p:spPr>
          <a:xfrm>
            <a:off x="10612394" y="2676264"/>
            <a:ext cx="560174" cy="3295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F1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82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7512F1-4B9A-4259-ED30-76E0AEF8E683}"/>
              </a:ext>
            </a:extLst>
          </p:cNvPr>
          <p:cNvSpPr/>
          <p:nvPr/>
        </p:nvSpPr>
        <p:spPr>
          <a:xfrm>
            <a:off x="864974" y="1054438"/>
            <a:ext cx="8971004" cy="33898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IIB V10 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  <a:highlight>
                  <a:srgbClr val="00FF00"/>
                </a:highlight>
              </a:rPr>
              <a:t>Codeless</a:t>
            </a:r>
            <a:r>
              <a:rPr lang="pt-BR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ESQL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Java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.Net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84B011-891F-0BD2-BB47-19537362521F}"/>
              </a:ext>
            </a:extLst>
          </p:cNvPr>
          <p:cNvSpPr/>
          <p:nvPr/>
        </p:nvSpPr>
        <p:spPr>
          <a:xfrm>
            <a:off x="1458097" y="2574319"/>
            <a:ext cx="2384854" cy="15940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[IN-1] 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Integration</a:t>
            </a:r>
            <a:r>
              <a:rPr lang="pt-BR" dirty="0">
                <a:solidFill>
                  <a:schemeClr val="tx1"/>
                </a:solidFill>
              </a:rPr>
              <a:t> Node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Parecido “Node” WAS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“JVM”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“gerente” “</a:t>
            </a:r>
            <a:r>
              <a:rPr lang="pt-BR" dirty="0" err="1">
                <a:solidFill>
                  <a:schemeClr val="tx1"/>
                </a:solidFill>
              </a:rPr>
              <a:t>Listener</a:t>
            </a:r>
            <a:r>
              <a:rPr lang="pt-BR" dirty="0">
                <a:solidFill>
                  <a:schemeClr val="tx1"/>
                </a:solidFill>
              </a:rPr>
              <a:t>”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ED1837-7FAC-F93F-955E-6B5D34E7F791}"/>
              </a:ext>
            </a:extLst>
          </p:cNvPr>
          <p:cNvSpPr/>
          <p:nvPr/>
        </p:nvSpPr>
        <p:spPr>
          <a:xfrm>
            <a:off x="4473145" y="2574319"/>
            <a:ext cx="2384854" cy="15940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[IS-A] 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Integration</a:t>
            </a:r>
            <a:r>
              <a:rPr lang="pt-BR" dirty="0">
                <a:solidFill>
                  <a:schemeClr val="tx1"/>
                </a:solidFill>
              </a:rPr>
              <a:t> Server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Parecido “Node” WAS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“JVM”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F651B8-C34D-57F4-AA99-C8EC26001E39}"/>
              </a:ext>
            </a:extLst>
          </p:cNvPr>
          <p:cNvSpPr/>
          <p:nvPr/>
        </p:nvSpPr>
        <p:spPr>
          <a:xfrm>
            <a:off x="3401202" y="4800585"/>
            <a:ext cx="3645243" cy="15940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F1 Fluxo 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8D1F58-2EEF-53A7-1B63-A4458CC97EA7}"/>
              </a:ext>
            </a:extLst>
          </p:cNvPr>
          <p:cNvSpPr/>
          <p:nvPr/>
        </p:nvSpPr>
        <p:spPr>
          <a:xfrm>
            <a:off x="3635980" y="5381354"/>
            <a:ext cx="605481" cy="420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MQ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9213C1-9906-C249-BF20-CA0A6175D7EB}"/>
              </a:ext>
            </a:extLst>
          </p:cNvPr>
          <p:cNvSpPr/>
          <p:nvPr/>
        </p:nvSpPr>
        <p:spPr>
          <a:xfrm>
            <a:off x="5322677" y="5121862"/>
            <a:ext cx="759942" cy="5189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Call</a:t>
            </a:r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API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D7250A-8F58-3931-66D1-F937D5B87CC0}"/>
              </a:ext>
            </a:extLst>
          </p:cNvPr>
          <p:cNvSpPr/>
          <p:nvPr/>
        </p:nvSpPr>
        <p:spPr>
          <a:xfrm>
            <a:off x="6162936" y="5430781"/>
            <a:ext cx="605481" cy="420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MQ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E85CBF-787A-8487-8766-09668F41AB1E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 flipV="1">
            <a:off x="4241461" y="5541993"/>
            <a:ext cx="160637" cy="49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8CD198-0ACF-9082-933B-CB5E6F6CFA3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082619" y="5381354"/>
            <a:ext cx="80317" cy="259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9833285-7E3D-0692-B4ED-B45A81729E60}"/>
              </a:ext>
            </a:extLst>
          </p:cNvPr>
          <p:cNvSpPr/>
          <p:nvPr/>
        </p:nvSpPr>
        <p:spPr>
          <a:xfrm>
            <a:off x="4402098" y="5282501"/>
            <a:ext cx="759942" cy="5189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2DCFE-19FF-B869-2E74-F0D25D348759}"/>
              </a:ext>
            </a:extLst>
          </p:cNvPr>
          <p:cNvSpPr/>
          <p:nvPr/>
        </p:nvSpPr>
        <p:spPr>
          <a:xfrm>
            <a:off x="5322677" y="5764415"/>
            <a:ext cx="759942" cy="5189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Call</a:t>
            </a:r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API 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00D389-12B9-D269-6B72-4C1048C0DC81}"/>
              </a:ext>
            </a:extLst>
          </p:cNvPr>
          <p:cNvCxnSpPr>
            <a:cxnSpLocks/>
            <a:stCxn id="23" idx="3"/>
            <a:endCxn id="10" idx="1"/>
          </p:cNvCxnSpPr>
          <p:nvPr/>
        </p:nvCxnSpPr>
        <p:spPr>
          <a:xfrm flipV="1">
            <a:off x="6082619" y="5640846"/>
            <a:ext cx="80317" cy="383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340893F-D930-594B-733F-16F51DCCD7A8}"/>
              </a:ext>
            </a:extLst>
          </p:cNvPr>
          <p:cNvCxnSpPr>
            <a:cxnSpLocks/>
            <a:stCxn id="19" idx="3"/>
            <a:endCxn id="9" idx="1"/>
          </p:cNvCxnSpPr>
          <p:nvPr/>
        </p:nvCxnSpPr>
        <p:spPr>
          <a:xfrm flipV="1">
            <a:off x="5162040" y="5381354"/>
            <a:ext cx="160637" cy="160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E7718E-3C24-EB87-4A7D-C1297E7DAFCE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5162040" y="5541993"/>
            <a:ext cx="160637" cy="481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C5C0A9C-A41E-651B-D86D-4EEB66E16BA5}"/>
              </a:ext>
            </a:extLst>
          </p:cNvPr>
          <p:cNvSpPr/>
          <p:nvPr/>
        </p:nvSpPr>
        <p:spPr>
          <a:xfrm>
            <a:off x="4663650" y="3702907"/>
            <a:ext cx="560174" cy="3295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F1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250BD9-A04E-115E-220D-96F2D8E31B90}"/>
              </a:ext>
            </a:extLst>
          </p:cNvPr>
          <p:cNvSpPr/>
          <p:nvPr/>
        </p:nvSpPr>
        <p:spPr>
          <a:xfrm>
            <a:off x="5349449" y="3702907"/>
            <a:ext cx="560174" cy="3295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F2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5BED0A-F129-204D-F8F7-DFA676AB6B1A}"/>
              </a:ext>
            </a:extLst>
          </p:cNvPr>
          <p:cNvSpPr/>
          <p:nvPr/>
        </p:nvSpPr>
        <p:spPr>
          <a:xfrm>
            <a:off x="7164862" y="2574319"/>
            <a:ext cx="2384854" cy="15940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[IS-PIX] 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Integration</a:t>
            </a:r>
            <a:r>
              <a:rPr lang="pt-BR" dirty="0">
                <a:solidFill>
                  <a:schemeClr val="tx1"/>
                </a:solidFill>
              </a:rPr>
              <a:t> Server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Parecido “Node” WAS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“JVM”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3C1880-4F1B-1EEB-16E5-C3D52E8EE6EA}"/>
              </a:ext>
            </a:extLst>
          </p:cNvPr>
          <p:cNvSpPr/>
          <p:nvPr/>
        </p:nvSpPr>
        <p:spPr>
          <a:xfrm>
            <a:off x="7488193" y="3777044"/>
            <a:ext cx="560174" cy="3295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F3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E703F8-ADB1-4E58-2F68-F91425729DE3}"/>
              </a:ext>
            </a:extLst>
          </p:cNvPr>
          <p:cNvSpPr/>
          <p:nvPr/>
        </p:nvSpPr>
        <p:spPr>
          <a:xfrm>
            <a:off x="1013253" y="2218053"/>
            <a:ext cx="889687" cy="6137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HTTP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7080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8B4A64-0A59-223F-3BC9-B0697BA8611A}"/>
              </a:ext>
            </a:extLst>
          </p:cNvPr>
          <p:cNvSpPr/>
          <p:nvPr/>
        </p:nvSpPr>
        <p:spPr>
          <a:xfrm>
            <a:off x="4334137" y="2218053"/>
            <a:ext cx="889687" cy="6137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HTTP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7800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3AF0D6-15C4-0EF8-E303-7E08B46D1DB7}"/>
              </a:ext>
            </a:extLst>
          </p:cNvPr>
          <p:cNvSpPr/>
          <p:nvPr/>
        </p:nvSpPr>
        <p:spPr>
          <a:xfrm>
            <a:off x="7089690" y="2218053"/>
            <a:ext cx="889687" cy="6137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HTTP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7801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76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9D0F4D3-AA79-22CB-7B79-C17BBE21AA02}"/>
              </a:ext>
            </a:extLst>
          </p:cNvPr>
          <p:cNvSpPr txBox="1"/>
          <p:nvPr/>
        </p:nvSpPr>
        <p:spPr>
          <a:xfrm>
            <a:off x="4584356" y="3321207"/>
            <a:ext cx="6098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effectLst/>
              </a:rPr>
              <a:t>mqsibackupbroker</a:t>
            </a:r>
            <a:r>
              <a:rPr lang="en-US" dirty="0">
                <a:effectLst/>
              </a:rPr>
              <a:t> </a:t>
            </a:r>
            <a:r>
              <a:rPr lang="pt-BR" sz="18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IN-1</a:t>
            </a:r>
            <a:r>
              <a:rPr lang="en-US" dirty="0">
                <a:effectLst/>
              </a:rPr>
              <a:t> -d /</a:t>
            </a:r>
            <a:r>
              <a:rPr lang="en-US" dirty="0" err="1">
                <a:effectLst/>
              </a:rPr>
              <a:t>migracao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ace_bkp</a:t>
            </a:r>
            <a:r>
              <a:rPr lang="en-US" dirty="0">
                <a:effectLst/>
              </a:rPr>
              <a:t> -v /</a:t>
            </a:r>
            <a:r>
              <a:rPr lang="en-US" dirty="0" err="1">
                <a:effectLst/>
              </a:rPr>
              <a:t>migracao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ace_bkp</a:t>
            </a:r>
            <a:r>
              <a:rPr lang="en-US" dirty="0">
                <a:effectLst/>
              </a:rPr>
              <a:t>/trace.log</a:t>
            </a:r>
            <a:endParaRPr lang="en-US" dirty="0"/>
          </a:p>
          <a:p>
            <a:pPr>
              <a:buNone/>
            </a:pPr>
            <a:r>
              <a:rPr lang="en-US" dirty="0"/>
              <a:t>------------------------------------</a:t>
            </a:r>
          </a:p>
          <a:p>
            <a:r>
              <a:rPr lang="en-US" dirty="0" err="1">
                <a:effectLst/>
              </a:rPr>
              <a:t>mqsiextractcomponents</a:t>
            </a:r>
            <a:r>
              <a:rPr lang="en-US" dirty="0">
                <a:effectLst/>
              </a:rPr>
              <a:t> --backup-file /</a:t>
            </a:r>
            <a:r>
              <a:rPr lang="en-US" dirty="0" err="1">
                <a:effectLst/>
              </a:rPr>
              <a:t>migracao</a:t>
            </a:r>
            <a:r>
              <a:rPr lang="en-US" dirty="0">
                <a:effectLst/>
              </a:rPr>
              <a:t>/</a:t>
            </a:r>
            <a:r>
              <a:rPr lang="pt-BR" sz="18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 IN-1</a:t>
            </a:r>
            <a:r>
              <a:rPr lang="en-US" dirty="0">
                <a:effectLst/>
              </a:rPr>
              <a:t>.zip --source-integration-node </a:t>
            </a:r>
            <a:r>
              <a:rPr lang="pt-BR" sz="18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 IN-1</a:t>
            </a:r>
            <a:r>
              <a:rPr lang="en-US" dirty="0">
                <a:effectLst/>
              </a:rPr>
              <a:t> --target-integration-node </a:t>
            </a:r>
            <a:r>
              <a:rPr lang="pt-BR" sz="1800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 IN-1 </a:t>
            </a:r>
            <a:r>
              <a:rPr lang="en-US" dirty="0">
                <a:effectLst/>
              </a:rPr>
              <a:t>--source-integration-server default --shared-</a:t>
            </a:r>
            <a:r>
              <a:rPr lang="en-US" dirty="0" err="1">
                <a:effectLst/>
              </a:rPr>
              <a:t>workpath</a:t>
            </a:r>
            <a:r>
              <a:rPr lang="en-US" dirty="0">
                <a:effectLst/>
              </a:rPr>
              <a:t> /var/</a:t>
            </a:r>
            <a:r>
              <a:rPr lang="en-US" dirty="0" err="1">
                <a:effectLst/>
              </a:rPr>
              <a:t>mqm</a:t>
            </a:r>
            <a:r>
              <a:rPr lang="en-US" dirty="0">
                <a:effectLst/>
              </a:rPr>
              <a:t>/vols/</a:t>
            </a:r>
            <a:r>
              <a:rPr lang="en-US" dirty="0" err="1">
                <a:effectLst/>
                <a:highlight>
                  <a:srgbClr val="FF00FF"/>
                </a:highlight>
              </a:rPr>
              <a:t>qmiib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userdata</a:t>
            </a:r>
            <a:r>
              <a:rPr lang="en-US" dirty="0">
                <a:effectLst/>
              </a:rPr>
              <a:t>/ace --delete-existing-node 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B834EB-1887-FBAF-C6B2-43EA0F4702FF}"/>
              </a:ext>
            </a:extLst>
          </p:cNvPr>
          <p:cNvGrpSpPr/>
          <p:nvPr/>
        </p:nvGrpSpPr>
        <p:grpSpPr>
          <a:xfrm>
            <a:off x="222422" y="951470"/>
            <a:ext cx="11825416" cy="1754658"/>
            <a:chOff x="-1556952" y="951470"/>
            <a:chExt cx="14885774" cy="17546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21E9924-1590-D7B9-B243-68C4694E4D7A}"/>
                </a:ext>
              </a:extLst>
            </p:cNvPr>
            <p:cNvSpPr/>
            <p:nvPr/>
          </p:nvSpPr>
          <p:spPr>
            <a:xfrm>
              <a:off x="630194" y="951470"/>
              <a:ext cx="1767016" cy="17175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Criar </a:t>
              </a: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Máquinas</a:t>
              </a: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Nova</a:t>
              </a:r>
            </a:p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Active/</a:t>
              </a:r>
              <a:r>
                <a:rPr lang="pt-BR" sz="1600" dirty="0" err="1">
                  <a:solidFill>
                    <a:schemeClr val="tx1"/>
                  </a:solidFill>
                </a:rPr>
                <a:t>StandBy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426F08-7384-EF65-9E06-7FDCD831CA15}"/>
                </a:ext>
              </a:extLst>
            </p:cNvPr>
            <p:cNvSpPr/>
            <p:nvPr/>
          </p:nvSpPr>
          <p:spPr>
            <a:xfrm>
              <a:off x="2817340" y="951470"/>
              <a:ext cx="1767016" cy="17175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 err="1">
                  <a:solidFill>
                    <a:schemeClr val="tx1"/>
                  </a:solidFill>
                </a:rPr>
                <a:t>Install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Produtos</a:t>
              </a: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MQ</a:t>
              </a: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ACE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B6AF2A-A396-028C-F58B-95C250DE132A}"/>
                </a:ext>
              </a:extLst>
            </p:cNvPr>
            <p:cNvSpPr/>
            <p:nvPr/>
          </p:nvSpPr>
          <p:spPr>
            <a:xfrm>
              <a:off x="5004486" y="951470"/>
              <a:ext cx="1767016" cy="17175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 err="1">
                  <a:solidFill>
                    <a:schemeClr val="tx1"/>
                  </a:solidFill>
                </a:rPr>
                <a:t>Config</a:t>
              </a:r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SO</a:t>
              </a:r>
            </a:p>
            <a:p>
              <a:pPr algn="ctr"/>
              <a:r>
                <a:rPr lang="pt-BR" sz="1600" dirty="0" err="1">
                  <a:solidFill>
                    <a:schemeClr val="tx1"/>
                  </a:solidFill>
                </a:rPr>
                <a:t>Ulimits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4145FE-AF9C-EBF0-B816-D8BFAA1A6727}"/>
                </a:ext>
              </a:extLst>
            </p:cNvPr>
            <p:cNvSpPr/>
            <p:nvPr/>
          </p:nvSpPr>
          <p:spPr>
            <a:xfrm>
              <a:off x="7191632" y="951470"/>
              <a:ext cx="1767016" cy="17175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IIB Backup</a:t>
              </a: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ACE </a:t>
              </a:r>
              <a:r>
                <a:rPr lang="pt-BR" sz="1600" dirty="0" err="1">
                  <a:solidFill>
                    <a:schemeClr val="tx1"/>
                  </a:solidFill>
                </a:rPr>
                <a:t>Restore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7DE24FD-369F-6864-0F2A-1746B3D96A38}"/>
                </a:ext>
              </a:extLst>
            </p:cNvPr>
            <p:cNvSpPr/>
            <p:nvPr/>
          </p:nvSpPr>
          <p:spPr>
            <a:xfrm>
              <a:off x="2397210" y="1643448"/>
              <a:ext cx="420130" cy="40777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2511DF-1AF5-CB86-08D4-B113C8DC45C7}"/>
                </a:ext>
              </a:extLst>
            </p:cNvPr>
            <p:cNvSpPr/>
            <p:nvPr/>
          </p:nvSpPr>
          <p:spPr>
            <a:xfrm>
              <a:off x="9378778" y="951470"/>
              <a:ext cx="1767016" cy="17175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Troca </a:t>
              </a:r>
            </a:p>
            <a:p>
              <a:pPr algn="ctr"/>
              <a:r>
                <a:rPr lang="pt-BR" sz="1600" dirty="0" err="1">
                  <a:solidFill>
                    <a:schemeClr val="tx1"/>
                  </a:solidFill>
                </a:rPr>
                <a:t>IPs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015F913D-A507-2B3E-847A-5C4388870C25}"/>
                </a:ext>
              </a:extLst>
            </p:cNvPr>
            <p:cNvSpPr/>
            <p:nvPr/>
          </p:nvSpPr>
          <p:spPr>
            <a:xfrm>
              <a:off x="4584356" y="1643448"/>
              <a:ext cx="420130" cy="40777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F93BD27A-C0CD-5824-1984-073A2B14C76E}"/>
                </a:ext>
              </a:extLst>
            </p:cNvPr>
            <p:cNvSpPr/>
            <p:nvPr/>
          </p:nvSpPr>
          <p:spPr>
            <a:xfrm>
              <a:off x="6771502" y="1643448"/>
              <a:ext cx="420130" cy="40777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E0898A0F-7217-8358-62D0-59080C4831F7}"/>
                </a:ext>
              </a:extLst>
            </p:cNvPr>
            <p:cNvSpPr/>
            <p:nvPr/>
          </p:nvSpPr>
          <p:spPr>
            <a:xfrm>
              <a:off x="8958648" y="1643448"/>
              <a:ext cx="420130" cy="40777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56D116C-734B-858B-8F13-FDEB87365530}"/>
                </a:ext>
              </a:extLst>
            </p:cNvPr>
            <p:cNvSpPr/>
            <p:nvPr/>
          </p:nvSpPr>
          <p:spPr>
            <a:xfrm>
              <a:off x="-1556952" y="988539"/>
              <a:ext cx="1767016" cy="171758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Plano de Teste no Ambiente Atual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627177F-54C2-A345-AAB1-4FA6F8E97404}"/>
                </a:ext>
              </a:extLst>
            </p:cNvPr>
            <p:cNvSpPr/>
            <p:nvPr/>
          </p:nvSpPr>
          <p:spPr>
            <a:xfrm>
              <a:off x="11561806" y="988539"/>
              <a:ext cx="1767016" cy="171758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Plano de Teste no Ambiente Novo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BB663D82-C2A4-6300-EB42-C6C4CFF530F6}"/>
                </a:ext>
              </a:extLst>
            </p:cNvPr>
            <p:cNvSpPr/>
            <p:nvPr/>
          </p:nvSpPr>
          <p:spPr>
            <a:xfrm>
              <a:off x="205946" y="1643448"/>
              <a:ext cx="420130" cy="40777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F2BD9FEC-2B04-DB53-F0CE-AE2163830C40}"/>
                </a:ext>
              </a:extLst>
            </p:cNvPr>
            <p:cNvSpPr/>
            <p:nvPr/>
          </p:nvSpPr>
          <p:spPr>
            <a:xfrm>
              <a:off x="11143735" y="1643448"/>
              <a:ext cx="420130" cy="407773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96818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DA94054-000F-000B-BF50-6018833D1648}"/>
              </a:ext>
            </a:extLst>
          </p:cNvPr>
          <p:cNvSpPr/>
          <p:nvPr/>
        </p:nvSpPr>
        <p:spPr>
          <a:xfrm>
            <a:off x="254500" y="365157"/>
            <a:ext cx="3170776" cy="2453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Servidor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59B25D-906A-5BEA-5523-A00BB926E7D0}"/>
              </a:ext>
            </a:extLst>
          </p:cNvPr>
          <p:cNvSpPr/>
          <p:nvPr/>
        </p:nvSpPr>
        <p:spPr>
          <a:xfrm>
            <a:off x="3986399" y="365157"/>
            <a:ext cx="7951101" cy="60004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Servidor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AC5CF-0264-8441-643E-355DC18C9F52}"/>
              </a:ext>
            </a:extLst>
          </p:cNvPr>
          <p:cNvSpPr/>
          <p:nvPr/>
        </p:nvSpPr>
        <p:spPr>
          <a:xfrm>
            <a:off x="9157230" y="1353967"/>
            <a:ext cx="2619710" cy="17442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 err="1">
                <a:solidFill>
                  <a:schemeClr val="tx1"/>
                </a:solidFill>
              </a:rPr>
              <a:t>I.Node</a:t>
            </a:r>
            <a:r>
              <a:rPr lang="pt-BR" dirty="0">
                <a:solidFill>
                  <a:schemeClr val="tx1"/>
                </a:solidFill>
              </a:rPr>
              <a:t> (Broker)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E3A5C9-567C-148D-4D19-3B0164EF581E}"/>
              </a:ext>
            </a:extLst>
          </p:cNvPr>
          <p:cNvSpPr/>
          <p:nvPr/>
        </p:nvSpPr>
        <p:spPr>
          <a:xfrm>
            <a:off x="9021304" y="4743867"/>
            <a:ext cx="2458995" cy="12724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 err="1">
                <a:solidFill>
                  <a:schemeClr val="tx1"/>
                </a:solidFill>
              </a:rPr>
              <a:t>I.Server</a:t>
            </a:r>
            <a:r>
              <a:rPr lang="pt-BR" dirty="0">
                <a:solidFill>
                  <a:schemeClr val="tx1"/>
                </a:solidFill>
              </a:rPr>
              <a:t> (EG)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762DF3-856E-DF8C-A375-4357D8B59CA7}"/>
              </a:ext>
            </a:extLst>
          </p:cNvPr>
          <p:cNvSpPr/>
          <p:nvPr/>
        </p:nvSpPr>
        <p:spPr>
          <a:xfrm>
            <a:off x="7797988" y="1813584"/>
            <a:ext cx="1791729" cy="3336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Listener</a:t>
            </a:r>
            <a:r>
              <a:rPr lang="pt-BR" dirty="0">
                <a:solidFill>
                  <a:schemeClr val="tx1"/>
                </a:solidFill>
              </a:rPr>
              <a:t> (HTTP)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B4A47-BB1D-5433-73B9-27E1792BADCF}"/>
              </a:ext>
            </a:extLst>
          </p:cNvPr>
          <p:cNvSpPr/>
          <p:nvPr/>
        </p:nvSpPr>
        <p:spPr>
          <a:xfrm>
            <a:off x="7797988" y="2267694"/>
            <a:ext cx="1791729" cy="3336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Listener</a:t>
            </a:r>
            <a:r>
              <a:rPr lang="pt-BR" dirty="0">
                <a:solidFill>
                  <a:schemeClr val="tx1"/>
                </a:solidFill>
              </a:rPr>
              <a:t> (MQ)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127288-0108-A087-142B-0D20EE4037E8}"/>
              </a:ext>
            </a:extLst>
          </p:cNvPr>
          <p:cNvSpPr/>
          <p:nvPr/>
        </p:nvSpPr>
        <p:spPr>
          <a:xfrm>
            <a:off x="9157230" y="5157521"/>
            <a:ext cx="1791729" cy="3336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App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8270AC-0FD6-BCAD-36BC-21987097F8FC}"/>
              </a:ext>
            </a:extLst>
          </p:cNvPr>
          <p:cNvSpPr/>
          <p:nvPr/>
        </p:nvSpPr>
        <p:spPr>
          <a:xfrm>
            <a:off x="9309630" y="5309921"/>
            <a:ext cx="1791729" cy="3336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App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19D59E-427D-6079-EBCB-BDE469143F22}"/>
              </a:ext>
            </a:extLst>
          </p:cNvPr>
          <p:cNvSpPr/>
          <p:nvPr/>
        </p:nvSpPr>
        <p:spPr>
          <a:xfrm>
            <a:off x="9462030" y="5462321"/>
            <a:ext cx="1791729" cy="333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App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D46C60-B637-4A69-AF12-7F67BAAC4734}"/>
              </a:ext>
            </a:extLst>
          </p:cNvPr>
          <p:cNvSpPr/>
          <p:nvPr/>
        </p:nvSpPr>
        <p:spPr>
          <a:xfrm>
            <a:off x="9614430" y="5614721"/>
            <a:ext cx="1791729" cy="3336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App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77C355-45E3-923A-5DE4-B0DCA2E1B609}"/>
              </a:ext>
            </a:extLst>
          </p:cNvPr>
          <p:cNvSpPr/>
          <p:nvPr/>
        </p:nvSpPr>
        <p:spPr>
          <a:xfrm>
            <a:off x="9021304" y="3578865"/>
            <a:ext cx="2458995" cy="1028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 err="1">
                <a:solidFill>
                  <a:schemeClr val="tx1"/>
                </a:solidFill>
              </a:rPr>
              <a:t>I.Server</a:t>
            </a:r>
            <a:r>
              <a:rPr lang="pt-BR" dirty="0">
                <a:solidFill>
                  <a:schemeClr val="tx1"/>
                </a:solidFill>
              </a:rPr>
              <a:t> (EG)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EB350F-0BBE-EE5C-3168-A3F1F3B62D28}"/>
              </a:ext>
            </a:extLst>
          </p:cNvPr>
          <p:cNvSpPr/>
          <p:nvPr/>
        </p:nvSpPr>
        <p:spPr>
          <a:xfrm>
            <a:off x="9157230" y="4165811"/>
            <a:ext cx="1791729" cy="3336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App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8B8252-5EA0-4333-18AB-652D3AAF1FFD}"/>
              </a:ext>
            </a:extLst>
          </p:cNvPr>
          <p:cNvSpPr/>
          <p:nvPr/>
        </p:nvSpPr>
        <p:spPr>
          <a:xfrm>
            <a:off x="7662062" y="3982003"/>
            <a:ext cx="1791729" cy="3336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Listener</a:t>
            </a:r>
            <a:r>
              <a:rPr lang="pt-BR" dirty="0">
                <a:solidFill>
                  <a:schemeClr val="tx1"/>
                </a:solidFill>
              </a:rPr>
              <a:t> (HTTP)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BAB804-AFA1-D0FE-C876-0E68F29E8478}"/>
              </a:ext>
            </a:extLst>
          </p:cNvPr>
          <p:cNvSpPr/>
          <p:nvPr/>
        </p:nvSpPr>
        <p:spPr>
          <a:xfrm>
            <a:off x="815623" y="931509"/>
            <a:ext cx="1791730" cy="144574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MQ Server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88B31E-7254-1D1A-5E44-557E07BB6887}"/>
              </a:ext>
            </a:extLst>
          </p:cNvPr>
          <p:cNvSpPr/>
          <p:nvPr/>
        </p:nvSpPr>
        <p:spPr>
          <a:xfrm>
            <a:off x="4248744" y="3103365"/>
            <a:ext cx="1791730" cy="144574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MQ Server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835187-C66F-A575-56C6-8D1B5DB3C15B}"/>
              </a:ext>
            </a:extLst>
          </p:cNvPr>
          <p:cNvSpPr/>
          <p:nvPr/>
        </p:nvSpPr>
        <p:spPr>
          <a:xfrm>
            <a:off x="7797988" y="2743270"/>
            <a:ext cx="1791729" cy="3336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Listener</a:t>
            </a:r>
            <a:r>
              <a:rPr lang="pt-BR" dirty="0">
                <a:solidFill>
                  <a:schemeClr val="tx1"/>
                </a:solidFill>
              </a:rPr>
              <a:t> (TCP)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16A2419-0620-4D8F-10E9-C379EF94642C}"/>
              </a:ext>
            </a:extLst>
          </p:cNvPr>
          <p:cNvCxnSpPr>
            <a:cxnSpLocks/>
            <a:stCxn id="7" idx="1"/>
            <a:endCxn id="24" idx="3"/>
          </p:cNvCxnSpPr>
          <p:nvPr/>
        </p:nvCxnSpPr>
        <p:spPr>
          <a:xfrm flipH="1">
            <a:off x="6040474" y="2434511"/>
            <a:ext cx="1757514" cy="1391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F150FFF-4949-3442-606B-5121B92B17B2}"/>
              </a:ext>
            </a:extLst>
          </p:cNvPr>
          <p:cNvCxnSpPr>
            <a:cxnSpLocks/>
            <a:stCxn id="7" idx="1"/>
            <a:endCxn id="22" idx="3"/>
          </p:cNvCxnSpPr>
          <p:nvPr/>
        </p:nvCxnSpPr>
        <p:spPr>
          <a:xfrm flipH="1" flipV="1">
            <a:off x="2607353" y="1654380"/>
            <a:ext cx="5190635" cy="780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054FC52-1511-A5A9-DFB3-A1FB959964F9}"/>
              </a:ext>
            </a:extLst>
          </p:cNvPr>
          <p:cNvSpPr/>
          <p:nvPr/>
        </p:nvSpPr>
        <p:spPr>
          <a:xfrm>
            <a:off x="9157230" y="693275"/>
            <a:ext cx="2619709" cy="69207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MQ Server (</a:t>
            </a:r>
            <a:r>
              <a:rPr lang="pt-BR" dirty="0" err="1">
                <a:solidFill>
                  <a:schemeClr val="tx1"/>
                </a:solidFill>
              </a:rPr>
              <a:t>Bind</a:t>
            </a:r>
            <a:r>
              <a:rPr lang="pt-BR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782A92B-3D99-01D5-2A8D-69DA37A4C319}"/>
              </a:ext>
            </a:extLst>
          </p:cNvPr>
          <p:cNvSpPr/>
          <p:nvPr/>
        </p:nvSpPr>
        <p:spPr>
          <a:xfrm>
            <a:off x="11700133" y="1813584"/>
            <a:ext cx="1596980" cy="7364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KeyStore</a:t>
            </a:r>
            <a:endParaRPr lang="pt-BR" dirty="0"/>
          </a:p>
          <a:p>
            <a:pPr algn="ctr"/>
            <a:r>
              <a:rPr lang="pt-BR" dirty="0" err="1"/>
              <a:t>trustStore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A2D01C-61EC-2A4A-FB29-E64E76F5AC10}"/>
              </a:ext>
            </a:extLst>
          </p:cNvPr>
          <p:cNvSpPr/>
          <p:nvPr/>
        </p:nvSpPr>
        <p:spPr>
          <a:xfrm>
            <a:off x="11367611" y="3756251"/>
            <a:ext cx="1596980" cy="7364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KeyStore</a:t>
            </a:r>
            <a:endParaRPr lang="pt-BR" dirty="0"/>
          </a:p>
          <a:p>
            <a:pPr algn="ctr"/>
            <a:r>
              <a:rPr lang="pt-BR" dirty="0" err="1"/>
              <a:t>trustStore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26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344</Words>
  <Application>Microsoft Office PowerPoint</Application>
  <PresentationFormat>Widescreen</PresentationFormat>
  <Paragraphs>107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Zanetti de Almeida</dc:creator>
  <cp:lastModifiedBy>Alexandre Zanetti de Almeida</cp:lastModifiedBy>
  <cp:revision>2</cp:revision>
  <dcterms:created xsi:type="dcterms:W3CDTF">2025-07-02T17:32:57Z</dcterms:created>
  <dcterms:modified xsi:type="dcterms:W3CDTF">2025-09-29T14:01:44Z</dcterms:modified>
</cp:coreProperties>
</file>