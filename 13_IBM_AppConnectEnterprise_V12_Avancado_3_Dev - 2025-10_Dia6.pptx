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9" r:id="rId1"/>
  </p:sldMasterIdLst>
  <p:notesMasterIdLst>
    <p:notesMasterId r:id="rId100"/>
  </p:notesMasterIdLst>
  <p:sldIdLst>
    <p:sldId id="818" r:id="rId2"/>
    <p:sldId id="813" r:id="rId3"/>
    <p:sldId id="896" r:id="rId4"/>
    <p:sldId id="397" r:id="rId5"/>
    <p:sldId id="897" r:id="rId6"/>
    <p:sldId id="936" r:id="rId7"/>
    <p:sldId id="912" r:id="rId8"/>
    <p:sldId id="930" r:id="rId9"/>
    <p:sldId id="937" r:id="rId10"/>
    <p:sldId id="928" r:id="rId11"/>
    <p:sldId id="918" r:id="rId12"/>
    <p:sldId id="2146847293" r:id="rId13"/>
    <p:sldId id="899" r:id="rId14"/>
    <p:sldId id="2146847294" r:id="rId15"/>
    <p:sldId id="2146847295" r:id="rId16"/>
    <p:sldId id="2146847297" r:id="rId17"/>
    <p:sldId id="2146847312" r:id="rId18"/>
    <p:sldId id="900" r:id="rId19"/>
    <p:sldId id="2146847299" r:id="rId20"/>
    <p:sldId id="2146847300" r:id="rId21"/>
    <p:sldId id="2146847302" r:id="rId22"/>
    <p:sldId id="2146847301" r:id="rId23"/>
    <p:sldId id="2146847313" r:id="rId24"/>
    <p:sldId id="901" r:id="rId25"/>
    <p:sldId id="2146847303" r:id="rId26"/>
    <p:sldId id="2146847304" r:id="rId27"/>
    <p:sldId id="2146847306" r:id="rId28"/>
    <p:sldId id="2146847307" r:id="rId29"/>
    <p:sldId id="902" r:id="rId30"/>
    <p:sldId id="2146847308" r:id="rId31"/>
    <p:sldId id="2146847314" r:id="rId32"/>
    <p:sldId id="2146847309" r:id="rId33"/>
    <p:sldId id="2146847318" r:id="rId34"/>
    <p:sldId id="2146847315" r:id="rId35"/>
    <p:sldId id="2146847319" r:id="rId36"/>
    <p:sldId id="2146847320" r:id="rId37"/>
    <p:sldId id="2146847310" r:id="rId38"/>
    <p:sldId id="2146847316" r:id="rId39"/>
    <p:sldId id="2146847317" r:id="rId40"/>
    <p:sldId id="903" r:id="rId41"/>
    <p:sldId id="2146847321" r:id="rId42"/>
    <p:sldId id="2146847333" r:id="rId43"/>
    <p:sldId id="2146847327" r:id="rId44"/>
    <p:sldId id="2146847328" r:id="rId45"/>
    <p:sldId id="2146847329" r:id="rId46"/>
    <p:sldId id="2146847326" r:id="rId47"/>
    <p:sldId id="2146847351" r:id="rId48"/>
    <p:sldId id="904" r:id="rId49"/>
    <p:sldId id="2146847330" r:id="rId50"/>
    <p:sldId id="2146847400" r:id="rId51"/>
    <p:sldId id="2146847335" r:id="rId52"/>
    <p:sldId id="2146847334" r:id="rId53"/>
    <p:sldId id="2146847336" r:id="rId54"/>
    <p:sldId id="2146847332" r:id="rId55"/>
    <p:sldId id="905" r:id="rId56"/>
    <p:sldId id="2146847337" r:id="rId57"/>
    <p:sldId id="2146847338" r:id="rId58"/>
    <p:sldId id="2146847339" r:id="rId59"/>
    <p:sldId id="2146847340" r:id="rId60"/>
    <p:sldId id="2146847341" r:id="rId61"/>
    <p:sldId id="906" r:id="rId62"/>
    <p:sldId id="2146847342" r:id="rId63"/>
    <p:sldId id="2146847345" r:id="rId64"/>
    <p:sldId id="2146847346" r:id="rId65"/>
    <p:sldId id="2146847344" r:id="rId66"/>
    <p:sldId id="2146847347" r:id="rId67"/>
    <p:sldId id="2146847348" r:id="rId68"/>
    <p:sldId id="2146847350" r:id="rId69"/>
    <p:sldId id="2146847343" r:id="rId70"/>
    <p:sldId id="2146847363" r:id="rId71"/>
    <p:sldId id="2146847364" r:id="rId72"/>
    <p:sldId id="2146847365" r:id="rId73"/>
    <p:sldId id="2146847366" r:id="rId74"/>
    <p:sldId id="2146847352" r:id="rId75"/>
    <p:sldId id="2146847354" r:id="rId76"/>
    <p:sldId id="2146847355" r:id="rId77"/>
    <p:sldId id="2146847356" r:id="rId78"/>
    <p:sldId id="2146847357" r:id="rId79"/>
    <p:sldId id="2146847358" r:id="rId80"/>
    <p:sldId id="2146847359" r:id="rId81"/>
    <p:sldId id="2146847360" r:id="rId82"/>
    <p:sldId id="2146847361" r:id="rId83"/>
    <p:sldId id="2146847367" r:id="rId84"/>
    <p:sldId id="2146847368" r:id="rId85"/>
    <p:sldId id="2146847369" r:id="rId86"/>
    <p:sldId id="2146847370" r:id="rId87"/>
    <p:sldId id="2146847371" r:id="rId88"/>
    <p:sldId id="2146847372" r:id="rId89"/>
    <p:sldId id="2146847373" r:id="rId90"/>
    <p:sldId id="2146847374" r:id="rId91"/>
    <p:sldId id="2146847375" r:id="rId92"/>
    <p:sldId id="2146847379" r:id="rId93"/>
    <p:sldId id="2146847378" r:id="rId94"/>
    <p:sldId id="2146847380" r:id="rId95"/>
    <p:sldId id="2146847377" r:id="rId96"/>
    <p:sldId id="2146847381" r:id="rId97"/>
    <p:sldId id="2146847382" r:id="rId98"/>
    <p:sldId id="2146847475" r:id="rId99"/>
  </p:sldIdLst>
  <p:sldSz cx="24384000" cy="13716000"/>
  <p:notesSz cx="7315200" cy="96012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3E7"/>
    <a:srgbClr val="0070C0"/>
    <a:srgbClr val="C1E2FF"/>
    <a:srgbClr val="E0000B"/>
    <a:srgbClr val="A20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70" autoAdjust="0"/>
    <p:restoredTop sz="95545" autoAdjust="0"/>
  </p:normalViewPr>
  <p:slideViewPr>
    <p:cSldViewPr snapToGrid="0">
      <p:cViewPr varScale="1">
        <p:scale>
          <a:sx n="42" d="100"/>
          <a:sy n="42" d="100"/>
        </p:scale>
        <p:origin x="1134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45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</p:spPr>
        <p:txBody>
          <a:bodyPr lIns="96661" tIns="48331" rIns="96661" bIns="48331"/>
          <a:lstStyle/>
          <a:p>
            <a:endParaRPr/>
          </a:p>
        </p:txBody>
      </p:sp>
      <p:sp>
        <p:nvSpPr>
          <p:cNvPr id="266" name="Shape 266"/>
          <p:cNvSpPr>
            <a:spLocks noGrp="1"/>
          </p:cNvSpPr>
          <p:nvPr>
            <p:ph type="body" sz="quarter" idx="1"/>
          </p:nvPr>
        </p:nvSpPr>
        <p:spPr>
          <a:xfrm>
            <a:off x="975360" y="4560570"/>
            <a:ext cx="5364480" cy="4320540"/>
          </a:xfrm>
          <a:prstGeom prst="rect">
            <a:avLst/>
          </a:prstGeom>
        </p:spPr>
        <p:txBody>
          <a:bodyPr lIns="96661" tIns="48331" rIns="96661" bIns="48331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428196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45642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68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9392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68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68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75770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8638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038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48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7376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2512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99848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0116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6263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142948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64838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834967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505296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481217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87287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93423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07761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64274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89450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85572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420772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16312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394734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39893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207523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85204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106262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334018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57095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13939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89664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21203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15420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888103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318132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637228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995618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04446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734038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3126990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4655657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706752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195186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9914305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3092814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765131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3477833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052208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1818549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6360727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4949249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1651973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229560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0639076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322259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9052546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831001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0976066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8588841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839511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1918870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8043093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4640941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0014325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579159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4554269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917200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1390224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8935466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6613013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4623605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362596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7873662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142030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5701897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2753689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9337508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8508887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30487123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1471202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5110568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4337794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1277502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9655494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7792242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60889236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74029124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881146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14357692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95151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8663B-36FA-4E14-8D7F-D951FEC9A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BAEBE-C924-4101-A4DC-3E6AC6FC5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9FE1E-1408-4AD1-9A39-8FDD19D73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26/10/2023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F8A6B-274F-4C38-A97A-04379FC70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D7FE5-E742-4EFE-8801-1DCFBCB3B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5A9C436-E472-8C77-82CB-0FDCF59205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040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C7544-ECA7-4369-AED8-671169F80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" y="479238"/>
            <a:ext cx="21156706" cy="2263961"/>
          </a:xfrm>
        </p:spPr>
        <p:txBody>
          <a:bodyPr/>
          <a:lstStyle>
            <a:lvl1pPr>
              <a:lnSpc>
                <a:spcPct val="70000"/>
              </a:lnSpc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46357-69FB-4371-B19A-3704F41E0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94" y="2994212"/>
            <a:ext cx="22788282" cy="93597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5FD11-BCD9-4AA8-B02F-66CAA8210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26/10/2023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83C5F-47F8-427B-AF99-1BAE64F33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F51DA-9737-411E-B00E-25B3F78D1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EE864CA-8340-42D4-96A4-6944BEA468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90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941B6-105F-44D2-954B-47E0751C0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0EA35-CFA1-4BF9-A38F-582D8C62B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974BD-ACD7-4979-8D5B-733116F68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26/10/2023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07001-6E98-4739-B2F5-9AFC4EA1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00FA3-1C28-4978-84DC-D1F65DBD3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008DDA2-84B0-8910-85BD-0747BE275F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50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E2014-62E3-4682-9717-663A1B5AE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27551-E20F-4FAF-8BBF-8816B0FC3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EF466-A359-4C28-B86F-57F9F80ED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6BBE4-74C7-4B49-9A59-BA92BF04E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26/10/2023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37EBD-CE27-4347-BAE9-4523EB72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B4152-FA57-417F-B041-EBAB3A09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33EDA90-A63F-0C09-4C52-4A47F725C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045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C814A-C87D-4952-A28C-CA41262D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E7A30-AA61-4D28-9FCE-978A3356C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B8FDA-5011-4759-830F-D22FD531D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573D8-77BA-4E0D-A5F9-F437983342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7800D6-251F-4353-B3A6-4236FBE50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A84432-E730-4F22-9539-87F66AD39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26/10/2023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545C28-FAE0-41FB-B5D5-2E8ADDA73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8B1D5E-AA4E-461A-A4A2-D60C2C55E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10" name="Picture 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5322098-E9A0-5096-ED5A-45E96CD7F0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51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85BE0-96FA-46E2-83CD-F04486B52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C33C2-A519-40EA-92EB-8881CFE3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26/10/2023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44166-4E80-4260-B443-9F742C034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107E2-D1A1-42CE-B3EB-6A6CAB0DB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3434540-E743-CF42-B43F-3CA209D80F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338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FB643B-EEFF-4A42-835B-D58706183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26/10/2023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D16C75-E51E-4423-B1CD-40C2348E4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2CE35-61D5-4EE8-AE11-97D586D6A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FF9D9AC-F416-CD85-F727-142C2976B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2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C77E-7631-4737-BDF9-6A0106BAA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A5B63-19A5-4F11-82E1-67EEF9465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CCFEA1-3A4A-4046-B215-EE081EE45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47C60-E2BB-41A7-81D0-0F9750F0A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26/10/2023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26DB6-0408-49E6-8FE3-16C43592E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8EE3D-A61E-4580-A912-A38F46287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5C9A94F-6C54-3642-C18C-0DDBB91A9A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53FEB-D6DE-43EB-88AE-F6E17E841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218082-7279-48F7-8688-BAC785CF26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4A1A8-9D5D-4F79-BAB5-7D39A5370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FC280-B409-4873-B4C6-6E7119C1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26/10/2023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798F6-2992-4EB0-A2EC-BBB6699FD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38C7F-ACD5-448F-85E4-81C4E7069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9E8DEAE-AC3B-6846-3A0E-3AB6E96F79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99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73798-E030-42DE-B462-BFB2DAE61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2A509-AC8B-4739-B375-2EB446DCC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6D92-C8FA-4E21-873D-70D8A6998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26/10/2023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88817-FA2E-4959-ACC6-2FDF162AA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92B29-DA5D-4BD8-9FB2-EF1647E7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C929297-D067-BC02-B360-D68D7BB8C3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96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E8839F-A2E6-449B-A799-7B3F9BB870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34BD32-BF7B-4EE8-A531-C5C5294F9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9F244-0B01-482C-B516-DDE185D1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26/10/2023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97647-8461-4FA1-B76F-7B8ABAA2C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25062-C169-48AA-AA73-940AC6377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8128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3125968" y="673100"/>
            <a:ext cx="18135601" cy="8737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635000" y="94488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635000" y="115189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B7CB657-AD58-D993-04A8-DFEF4348BD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3175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43D816-15D8-47D4-9051-1C65A7B1D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2F899-C79F-46B3-B2D0-480E0AA1D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1ED71-C581-4E82-8FB7-8BD56472D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38268-0E22-4F7A-A981-83D2CBEF3E6B}" type="datetimeFigureOut">
              <a:rPr lang="pt-BR" smtClean="0"/>
              <a:t>26/10/2023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47B2D-558E-4969-888A-4857A34732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45F82-5E15-4CD7-9651-0864337E4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E48E66D-8E1C-6789-34E0-6DC21802380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1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alexandre.zanetti@br.ibm.com" TargetMode="Externa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re.google/" TargetMode="External"/><Relationship Id="rId2" Type="http://schemas.openxmlformats.org/officeDocument/2006/relationships/hyperlink" Target="https://www.ibm.com/cloud/learn/site-reliability-engineering#toc-sre-and-de-Ntrtc6aj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G"/><Relationship Id="rId3" Type="http://schemas.openxmlformats.org/officeDocument/2006/relationships/image" Target="../media/image41.JPG"/><Relationship Id="rId7" Type="http://schemas.openxmlformats.org/officeDocument/2006/relationships/image" Target="../media/image44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G"/><Relationship Id="rId5" Type="http://schemas.openxmlformats.org/officeDocument/2006/relationships/image" Target="../media/image42.JPG"/><Relationship Id="rId4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JPG"/><Relationship Id="rId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JPG"/><Relationship Id="rId4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54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57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svg"/><Relationship Id="rId4" Type="http://schemas.openxmlformats.org/officeDocument/2006/relationships/image" Target="../media/image6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65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67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69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JPG"/><Relationship Id="rId5" Type="http://schemas.openxmlformats.org/officeDocument/2006/relationships/image" Target="../media/image71.JPG"/><Relationship Id="rId4" Type="http://schemas.openxmlformats.org/officeDocument/2006/relationships/image" Target="../media/image1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JPG"/><Relationship Id="rId5" Type="http://schemas.openxmlformats.org/officeDocument/2006/relationships/image" Target="../media/image74.JPG"/><Relationship Id="rId4" Type="http://schemas.openxmlformats.org/officeDocument/2006/relationships/image" Target="../media/image1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JPG"/><Relationship Id="rId5" Type="http://schemas.openxmlformats.org/officeDocument/2006/relationships/image" Target="../media/image76.JPG"/><Relationship Id="rId4" Type="http://schemas.openxmlformats.org/officeDocument/2006/relationships/image" Target="../media/image1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JPG"/><Relationship Id="rId4" Type="http://schemas.openxmlformats.org/officeDocument/2006/relationships/image" Target="../media/image1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JPG"/><Relationship Id="rId5" Type="http://schemas.openxmlformats.org/officeDocument/2006/relationships/image" Target="../media/image82.JPG"/><Relationship Id="rId4" Type="http://schemas.openxmlformats.org/officeDocument/2006/relationships/image" Target="../media/image1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86.JP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G"/><Relationship Id="rId7" Type="http://schemas.openxmlformats.org/officeDocument/2006/relationships/image" Target="../media/image93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JPG"/><Relationship Id="rId5" Type="http://schemas.openxmlformats.org/officeDocument/2006/relationships/image" Target="../media/image91.JPG"/><Relationship Id="rId4" Type="http://schemas.openxmlformats.org/officeDocument/2006/relationships/image" Target="../media/image1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JPG"/><Relationship Id="rId4" Type="http://schemas.openxmlformats.org/officeDocument/2006/relationships/image" Target="../media/image1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99.JPG"/><Relationship Id="rId4" Type="http://schemas.openxmlformats.org/officeDocument/2006/relationships/image" Target="../media/image98.JP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JPG"/><Relationship Id="rId4" Type="http://schemas.openxmlformats.org/officeDocument/2006/relationships/image" Target="../media/image1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JPG"/><Relationship Id="rId4" Type="http://schemas.openxmlformats.org/officeDocument/2006/relationships/image" Target="../media/image1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JPG"/><Relationship Id="rId5" Type="http://schemas.openxmlformats.org/officeDocument/2006/relationships/image" Target="../media/image98.JPG"/><Relationship Id="rId4" Type="http://schemas.openxmlformats.org/officeDocument/2006/relationships/image" Target="../media/image16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11.JP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JP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JP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JP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sv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446" y="-2"/>
            <a:ext cx="24451906" cy="137361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83918" y="-6"/>
            <a:ext cx="23544538" cy="13736148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400" y="0"/>
            <a:ext cx="7246748" cy="137361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750" y="-6"/>
            <a:ext cx="24467162" cy="13736152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68668" y="-1723648"/>
            <a:ext cx="13723862" cy="17195718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373944" y="2178098"/>
            <a:ext cx="9935066" cy="997678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5C755E-10AB-45AD-8504-1CDAE5798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2706" y="1637968"/>
            <a:ext cx="19107376" cy="6357378"/>
          </a:xfrm>
        </p:spPr>
        <p:txBody>
          <a:bodyPr>
            <a:normAutofit/>
          </a:bodyPr>
          <a:lstStyle/>
          <a:p>
            <a:pPr algn="l"/>
            <a:r>
              <a:rPr lang="pt-BR" sz="9600" dirty="0">
                <a:solidFill>
                  <a:srgbClr val="FFFFFF"/>
                </a:solidFill>
              </a:rPr>
              <a:t>IBM ACE – App Connect Enterprise</a:t>
            </a:r>
            <a:br>
              <a:rPr lang="pt-BR" sz="9600" dirty="0">
                <a:solidFill>
                  <a:srgbClr val="FFFFFF"/>
                </a:solidFill>
              </a:rPr>
            </a:br>
            <a:r>
              <a:rPr lang="pt-BR" sz="9600" dirty="0">
                <a:solidFill>
                  <a:srgbClr val="FFFFFF"/>
                </a:solidFill>
              </a:rPr>
              <a:t>Avançado - Passos do </a:t>
            </a:r>
            <a:r>
              <a:rPr lang="pt-BR" sz="9600" dirty="0" err="1">
                <a:solidFill>
                  <a:srgbClr val="FFFFFF"/>
                </a:solidFill>
              </a:rPr>
              <a:t>Dev</a:t>
            </a:r>
            <a:endParaRPr lang="pt-BR" sz="9600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8980220"/>
            <a:ext cx="24435420" cy="475592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4B60ABB-9F3C-409C-A226-C1EA2DBCF623}"/>
              </a:ext>
            </a:extLst>
          </p:cNvPr>
          <p:cNvSpPr/>
          <p:nvPr/>
        </p:nvSpPr>
        <p:spPr>
          <a:xfrm>
            <a:off x="876962" y="4896660"/>
            <a:ext cx="3098686" cy="3098686"/>
          </a:xfrm>
          <a:prstGeom prst="ellipse">
            <a:avLst/>
          </a:prstGeom>
          <a:blipFill rotWithShape="1">
            <a:blip r:embed="rId2"/>
            <a:srcRect/>
            <a:stretch>
              <a:fillRect l="-2000" r="-2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20647"/>
              <a:satOff val="-1056"/>
              <a:lumOff val="4002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pic>
        <p:nvPicPr>
          <p:cNvPr id="21" name="0973543a.png">
            <a:extLst>
              <a:ext uri="{FF2B5EF4-FFF2-40B4-BE49-F238E27FC236}">
                <a16:creationId xmlns:a16="http://schemas.microsoft.com/office/drawing/2014/main" id="{507BEDB5-5E68-49D0-8915-DFAD6AE89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6665" y="555453"/>
            <a:ext cx="2689950" cy="1076374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261B6D1-07AE-92E5-AB4F-D1FDF8A67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439" y="8980218"/>
            <a:ext cx="1653115" cy="15696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F0BDC4-0A2E-51CE-D3A4-D918DF6FC80A}"/>
              </a:ext>
            </a:extLst>
          </p:cNvPr>
          <p:cNvSpPr txBox="1"/>
          <p:nvPr/>
        </p:nvSpPr>
        <p:spPr>
          <a:xfrm>
            <a:off x="6516182" y="8980218"/>
            <a:ext cx="74998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000" dirty="0">
                <a:solidFill>
                  <a:schemeClr val="bg1">
                    <a:lumMod val="95000"/>
                  </a:schemeClr>
                </a:solidFill>
              </a:rPr>
              <a:t>Alexandre Zanetti</a:t>
            </a:r>
          </a:p>
          <a:p>
            <a:pPr algn="just"/>
            <a:r>
              <a:rPr lang="pt-BR" sz="2800" dirty="0">
                <a:solidFill>
                  <a:schemeClr val="bg1">
                    <a:lumMod val="9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alexandre.zanetti@br.ibm.com</a:t>
            </a:r>
            <a:endParaRPr lang="pt-BR" sz="2800" dirty="0">
              <a:solidFill>
                <a:schemeClr val="bg1">
                  <a:lumMod val="95000"/>
                </a:schemeClr>
              </a:solidFill>
            </a:endParaRPr>
          </a:p>
          <a:p>
            <a:pPr algn="just"/>
            <a:r>
              <a:rPr lang="en-US" sz="2800" dirty="0">
                <a:solidFill>
                  <a:schemeClr val="bg1">
                    <a:lumMod val="95000"/>
                  </a:schemeClr>
                </a:solidFill>
                <a:effectLst/>
              </a:rPr>
              <a:t>IBM SRE Expert &amp; Integration Architect </a:t>
            </a:r>
            <a:endParaRPr lang="pt-BR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Subtitle 4">
            <a:extLst>
              <a:ext uri="{FF2B5EF4-FFF2-40B4-BE49-F238E27FC236}">
                <a16:creationId xmlns:a16="http://schemas.microsoft.com/office/drawing/2014/main" id="{6A95EA71-0F05-36D8-1053-4A8C311250F0}"/>
              </a:ext>
            </a:extLst>
          </p:cNvPr>
          <p:cNvSpPr txBox="1">
            <a:spLocks/>
          </p:cNvSpPr>
          <p:nvPr/>
        </p:nvSpPr>
        <p:spPr>
          <a:xfrm>
            <a:off x="19956780" y="11818620"/>
            <a:ext cx="3543302" cy="9291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>
                <a:solidFill>
                  <a:srgbClr val="FFFFFF"/>
                </a:solidFill>
              </a:rPr>
              <a:t>Outubro/</a:t>
            </a:r>
            <a:r>
              <a:rPr lang="pt-BR" dirty="0">
                <a:solidFill>
                  <a:srgbClr val="FFFFFF"/>
                </a:solidFill>
              </a:rPr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2127059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7904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820168" y="2820164"/>
            <a:ext cx="13716000" cy="8075672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820170" y="2840438"/>
            <a:ext cx="13715998" cy="807567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35846" y="7176170"/>
            <a:ext cx="5003958" cy="8075682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1003474" y="1939436"/>
            <a:ext cx="7800714" cy="8357916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820186" y="2799886"/>
            <a:ext cx="13716006" cy="807567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525D6EF-9EE2-4584-A04D-04C0C3C3F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44" y="1173709"/>
            <a:ext cx="6402732" cy="5926337"/>
          </a:xfrm>
        </p:spPr>
        <p:txBody>
          <a:bodyPr anchor="b">
            <a:normAutofit/>
          </a:bodyPr>
          <a:lstStyle/>
          <a:p>
            <a:pPr algn="r"/>
            <a:br>
              <a:rPr lang="pt-BR" sz="8000" dirty="0">
                <a:solidFill>
                  <a:srgbClr val="FFFFFF"/>
                </a:solidFill>
              </a:rPr>
            </a:br>
            <a:br>
              <a:rPr lang="pt-BR" sz="8000" dirty="0">
                <a:solidFill>
                  <a:srgbClr val="FFFFFF"/>
                </a:solidFill>
              </a:rPr>
            </a:br>
            <a:br>
              <a:rPr lang="pt-BR" sz="8000" dirty="0">
                <a:solidFill>
                  <a:srgbClr val="FFFFFF"/>
                </a:solidFill>
              </a:rPr>
            </a:br>
            <a:br>
              <a:rPr lang="pt-BR" sz="8000" dirty="0">
                <a:solidFill>
                  <a:srgbClr val="FFFFFF"/>
                </a:solidFill>
              </a:rPr>
            </a:br>
            <a:r>
              <a:rPr lang="pt-BR" sz="8000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97A0F5-E322-49E6-A709-0724D2030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0518" y="1298960"/>
            <a:ext cx="13110694" cy="11092094"/>
          </a:xfrm>
        </p:spPr>
        <p:txBody>
          <a:bodyPr anchor="ctr">
            <a:normAutofit/>
          </a:bodyPr>
          <a:lstStyle/>
          <a:p>
            <a:r>
              <a:rPr lang="pt-BR" sz="5400" dirty="0"/>
              <a:t>Revisão</a:t>
            </a:r>
          </a:p>
          <a:p>
            <a:r>
              <a:rPr lang="pt-BR" sz="5400" dirty="0"/>
              <a:t>Passos do </a:t>
            </a:r>
            <a:r>
              <a:rPr lang="pt-BR" sz="5400" dirty="0" err="1"/>
              <a:t>Ops</a:t>
            </a:r>
            <a:r>
              <a:rPr lang="pt-BR" sz="5400" dirty="0"/>
              <a:t> (Administrador)</a:t>
            </a:r>
          </a:p>
          <a:p>
            <a:r>
              <a:rPr lang="pt-BR" sz="5400" dirty="0"/>
              <a:t>Passos do </a:t>
            </a:r>
            <a:r>
              <a:rPr lang="pt-BR" sz="5400" dirty="0" err="1"/>
              <a:t>Dev</a:t>
            </a:r>
            <a:r>
              <a:rPr lang="pt-BR" sz="5400" dirty="0"/>
              <a:t> (Desenvolvedor de App)</a:t>
            </a:r>
          </a:p>
          <a:p>
            <a:r>
              <a:rPr lang="pt-BR" sz="5400" dirty="0"/>
              <a:t>Ambiente do cliente (Fluxos)</a:t>
            </a:r>
          </a:p>
          <a:p>
            <a:r>
              <a:rPr lang="pt-BR" sz="5400" dirty="0"/>
              <a:t>O que há de novo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AE9D0C5-E9CF-6B3C-F0D1-177559CA7F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033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45386"/>
            <a:ext cx="24383998" cy="8748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17438" y="-7863682"/>
            <a:ext cx="8749114" cy="2438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73392" y="-7407736"/>
            <a:ext cx="8748256" cy="23472958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" y="-45380"/>
            <a:ext cx="17084970" cy="874825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11890862" y="-2064106"/>
            <a:ext cx="9980294" cy="8878262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F4A280-5FC3-4D33-B369-92E7F350B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648" y="1470212"/>
            <a:ext cx="20107526" cy="58569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9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Passos do Dev (</a:t>
            </a:r>
            <a:r>
              <a:rPr lang="en-US" sz="9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Desenvolvimento</a:t>
            </a:r>
            <a:r>
              <a:rPr lang="en-US" sz="9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B509E0-4FB8-3561-C23B-F88387F4060F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4968172" y="10330326"/>
            <a:ext cx="9221487" cy="33049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17149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04D90D1F-9003-410B-8AB6-AAC9FCACD4BE}"/>
              </a:ext>
            </a:extLst>
          </p:cNvPr>
          <p:cNvSpPr txBox="1"/>
          <p:nvPr/>
        </p:nvSpPr>
        <p:spPr>
          <a:xfrm>
            <a:off x="2057400" y="13069668"/>
            <a:ext cx="1219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dirty="0">
                <a:hlinkClick r:id="rId2"/>
              </a:rPr>
              <a:t>https://www.ibm.com/cloud/learn/site-reliability-engineering#toc-sre-and-de-Ntrtc6aj</a:t>
            </a:r>
            <a:r>
              <a:rPr lang="pt-BR" sz="1100" dirty="0"/>
              <a:t> </a:t>
            </a:r>
          </a:p>
          <a:p>
            <a:pPr algn="l"/>
            <a:r>
              <a:rPr lang="pt-BR" sz="1100" dirty="0">
                <a:hlinkClick r:id="rId3"/>
              </a:rPr>
              <a:t>https://sre.google/</a:t>
            </a:r>
            <a:r>
              <a:rPr lang="pt-BR" sz="1100" dirty="0"/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F56F3F-096A-472A-95B5-BEB64A2FA5F0}"/>
              </a:ext>
            </a:extLst>
          </p:cNvPr>
          <p:cNvSpPr txBox="1"/>
          <p:nvPr/>
        </p:nvSpPr>
        <p:spPr>
          <a:xfrm>
            <a:off x="5126200" y="3574702"/>
            <a:ext cx="13953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u="sng" dirty="0">
                <a:solidFill>
                  <a:srgbClr val="525252"/>
                </a:solidFill>
                <a:latin typeface="IBM Plex Sans" panose="020B0503050203000203" pitchFamily="34" charset="0"/>
              </a:rPr>
              <a:t>DevOps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um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caminho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moderno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para: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Entregar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App </a:t>
            </a:r>
            <a:r>
              <a:rPr lang="en-US" sz="1600" dirty="0">
                <a:solidFill>
                  <a:srgbClr val="525252"/>
                </a:solidFill>
                <a:latin typeface="IBM Plex Sans" panose="020B0503050203000203" pitchFamily="34" charset="0"/>
              </a:rPr>
              <a:t>+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qualidade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 e </a:t>
            </a:r>
            <a:r>
              <a:rPr lang="en-US" sz="1600" dirty="0">
                <a:solidFill>
                  <a:srgbClr val="525252"/>
                </a:solidFill>
                <a:latin typeface="IBM Plex Sans" panose="020B0503050203000203" pitchFamily="34" charset="0"/>
              </a:rPr>
              <a:t>+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rápido</a:t>
            </a:r>
            <a:endParaRPr lang="en-US" sz="3200" dirty="0">
              <a:solidFill>
                <a:srgbClr val="525252"/>
              </a:solidFill>
              <a:latin typeface="IBM Plex Sans" panose="020B0503050203000203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Automatizando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o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ciclo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de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vida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da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implantação</a:t>
            </a:r>
            <a:endParaRPr lang="en-US" sz="3200" dirty="0">
              <a:solidFill>
                <a:srgbClr val="525252"/>
              </a:solidFill>
              <a:latin typeface="IBM Plex Sans" panose="020B0503050203000203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Times de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Desenvolvimento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(</a:t>
            </a:r>
            <a:r>
              <a:rPr lang="en-US" sz="3200" b="1" u="sng" dirty="0">
                <a:solidFill>
                  <a:srgbClr val="0033CC"/>
                </a:solidFill>
                <a:latin typeface="IBM Plex Sans" panose="020B0503050203000203" pitchFamily="34" charset="0"/>
              </a:rPr>
              <a:t>Dev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) e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Operações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(</a:t>
            </a:r>
            <a:r>
              <a:rPr lang="en-US" sz="3200" b="1" u="sng" dirty="0">
                <a:solidFill>
                  <a:srgbClr val="00B050"/>
                </a:solidFill>
                <a:latin typeface="IBM Plex Sans" panose="020B0503050203000203" pitchFamily="34" charset="0"/>
              </a:rPr>
              <a:t>Ops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)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compartilhando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responsabilidades</a:t>
            </a:r>
            <a:endParaRPr lang="pt-BR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52052F-874C-4CFC-99FA-67B0D74792E8}"/>
              </a:ext>
            </a:extLst>
          </p:cNvPr>
          <p:cNvSpPr txBox="1"/>
          <p:nvPr/>
        </p:nvSpPr>
        <p:spPr>
          <a:xfrm>
            <a:off x="19257800" y="7276798"/>
            <a:ext cx="4402300" cy="1240968"/>
          </a:xfrm>
          <a:prstGeom prst="rect">
            <a:avLst/>
          </a:prstGeom>
          <a:solidFill>
            <a:srgbClr val="0033CC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pt-BR"/>
            </a:defPPr>
            <a:lvl1pPr algn="ctr"/>
          </a:lstStyle>
          <a:p>
            <a:r>
              <a:rPr lang="pt-BR" sz="4400" b="1" dirty="0">
                <a:solidFill>
                  <a:schemeClr val="bg1"/>
                </a:solidFill>
              </a:rPr>
              <a:t>Pipeline / Esteira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6DB2E9FE-7FEA-4D1D-B39C-CFC867191A84}"/>
              </a:ext>
            </a:extLst>
          </p:cNvPr>
          <p:cNvSpPr/>
          <p:nvPr/>
        </p:nvSpPr>
        <p:spPr>
          <a:xfrm rot="10800000">
            <a:off x="18724251" y="3259667"/>
            <a:ext cx="580498" cy="927523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sz="32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CA9EDEB-89A6-423A-849B-579FF5B68CC2}"/>
              </a:ext>
            </a:extLst>
          </p:cNvPr>
          <p:cNvSpPr/>
          <p:nvPr/>
        </p:nvSpPr>
        <p:spPr>
          <a:xfrm>
            <a:off x="1429830" y="5641307"/>
            <a:ext cx="3447188" cy="28608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</a:t>
            </a:r>
            <a:endParaRPr lang="pt-BR" sz="10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4DB83D6-D74D-D4D9-693B-68F20046D6B3}"/>
              </a:ext>
            </a:extLst>
          </p:cNvPr>
          <p:cNvGrpSpPr/>
          <p:nvPr/>
        </p:nvGrpSpPr>
        <p:grpSpPr>
          <a:xfrm>
            <a:off x="2837001" y="5876400"/>
            <a:ext cx="2357110" cy="2195458"/>
            <a:chOff x="2837001" y="5876400"/>
            <a:chExt cx="2357110" cy="2195458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AFC1E08-EC69-49D7-BFC8-953703F28D9A}"/>
                </a:ext>
              </a:extLst>
            </p:cNvPr>
            <p:cNvSpPr/>
            <p:nvPr/>
          </p:nvSpPr>
          <p:spPr>
            <a:xfrm>
              <a:off x="3466950" y="5876400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C8BF5A4-EF18-4EA1-9FE5-DB5B6C0BE765}"/>
                </a:ext>
              </a:extLst>
            </p:cNvPr>
            <p:cNvSpPr/>
            <p:nvPr/>
          </p:nvSpPr>
          <p:spPr>
            <a:xfrm>
              <a:off x="3549848" y="6830164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EE6A4B1-DE8A-4253-B1A2-0E44CE7C99F6}"/>
                </a:ext>
              </a:extLst>
            </p:cNvPr>
            <p:cNvSpPr txBox="1"/>
            <p:nvPr/>
          </p:nvSpPr>
          <p:spPr>
            <a:xfrm>
              <a:off x="2837001" y="7610193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Ops</a:t>
              </a:r>
              <a:endParaRPr lang="pt-BR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40C93E9-3E4A-46CC-B053-317F5CF73819}"/>
              </a:ext>
            </a:extLst>
          </p:cNvPr>
          <p:cNvGrpSpPr/>
          <p:nvPr/>
        </p:nvGrpSpPr>
        <p:grpSpPr>
          <a:xfrm>
            <a:off x="1180021" y="5876396"/>
            <a:ext cx="2357110" cy="2195458"/>
            <a:chOff x="1180021" y="5876396"/>
            <a:chExt cx="2357110" cy="2195458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B43A41F-FA6B-49B3-AC9D-04EC32743696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60537B7-978D-499A-8495-9C5000B24808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56528C-F30D-449A-9FEB-30571FA9FB9F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2FD274B0-1C7B-4C1A-877D-42DD5FC74F40}"/>
              </a:ext>
            </a:extLst>
          </p:cNvPr>
          <p:cNvSpPr txBox="1"/>
          <p:nvPr/>
        </p:nvSpPr>
        <p:spPr>
          <a:xfrm>
            <a:off x="5126200" y="7808196"/>
            <a:ext cx="137333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US" sz="3200" b="1" u="sng" dirty="0">
                <a:solidFill>
                  <a:srgbClr val="323232"/>
                </a:solidFill>
                <a:latin typeface="IBM Plex Sans" panose="020B0503050203000203" pitchFamily="34" charset="0"/>
              </a:rPr>
              <a:t>Site Reliability Engineering (SRE)</a:t>
            </a:r>
          </a:p>
          <a:p>
            <a:pPr algn="just" fontAlgn="base"/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SRE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usa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conhecimentos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do times </a:t>
            </a:r>
            <a:r>
              <a:rPr lang="en-US" sz="3200" b="1" u="sng" dirty="0">
                <a:solidFill>
                  <a:srgbClr val="0033CC"/>
                </a:solidFill>
                <a:latin typeface="IBM Plex Sans" panose="020B0503050203000203" pitchFamily="34" charset="0"/>
              </a:rPr>
              <a:t>Dev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e </a:t>
            </a:r>
            <a:r>
              <a:rPr lang="en-US" sz="3200" b="1" u="sng" dirty="0">
                <a:solidFill>
                  <a:srgbClr val="00B050"/>
                </a:solidFill>
                <a:latin typeface="IBM Plex Sans" panose="020B0503050203000203" pitchFamily="34" charset="0"/>
              </a:rPr>
              <a:t>Ops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para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automatizar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tarefas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de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operações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de IT, e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aceletar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a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entrega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dos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softwares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enquanto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minimiza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os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riscos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de IT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A377D7E-17FB-4416-AC1B-A4E9BDB4BB91}"/>
              </a:ext>
            </a:extLst>
          </p:cNvPr>
          <p:cNvSpPr txBox="1"/>
          <p:nvPr/>
        </p:nvSpPr>
        <p:spPr>
          <a:xfrm>
            <a:off x="7741748" y="10212335"/>
            <a:ext cx="11338252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"SRE é o que </a:t>
            </a:r>
            <a:r>
              <a:rPr lang="en-US" sz="3200" i="1" dirty="0" err="1">
                <a:solidFill>
                  <a:srgbClr val="525252"/>
                </a:solidFill>
                <a:latin typeface="IBM Plex Sans" panose="020B0503050203000203" pitchFamily="34" charset="0"/>
              </a:rPr>
              <a:t>acontece</a:t>
            </a:r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i="1" dirty="0" err="1">
                <a:solidFill>
                  <a:srgbClr val="525252"/>
                </a:solidFill>
                <a:latin typeface="IBM Plex Sans" panose="020B0503050203000203" pitchFamily="34" charset="0"/>
              </a:rPr>
              <a:t>quando</a:t>
            </a:r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i="1" dirty="0" err="1">
                <a:solidFill>
                  <a:srgbClr val="525252"/>
                </a:solidFill>
                <a:latin typeface="IBM Plex Sans" panose="020B0503050203000203" pitchFamily="34" charset="0"/>
              </a:rPr>
              <a:t>pedimos</a:t>
            </a:r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 para um time de software </a:t>
            </a:r>
            <a:r>
              <a:rPr lang="en-US" sz="3200" i="1" dirty="0" err="1">
                <a:solidFill>
                  <a:srgbClr val="525252"/>
                </a:solidFill>
                <a:latin typeface="IBM Plex Sans" panose="020B0503050203000203" pitchFamily="34" charset="0"/>
              </a:rPr>
              <a:t>desenhar</a:t>
            </a:r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 um time de </a:t>
            </a:r>
            <a:r>
              <a:rPr lang="en-US" sz="3200" i="1" dirty="0" err="1">
                <a:solidFill>
                  <a:srgbClr val="525252"/>
                </a:solidFill>
                <a:latin typeface="IBM Plex Sans" panose="020B0503050203000203" pitchFamily="34" charset="0"/>
              </a:rPr>
              <a:t>operações</a:t>
            </a:r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” </a:t>
            </a:r>
          </a:p>
          <a:p>
            <a:pPr algn="r"/>
            <a:r>
              <a:rPr lang="pt-BR" sz="800" i="1" dirty="0">
                <a:solidFill>
                  <a:srgbClr val="525252"/>
                </a:solidFill>
                <a:latin typeface="IBM Plex Sans" panose="020B0503050203000203" pitchFamily="34" charset="0"/>
              </a:rPr>
              <a:t>Ben Treynor Sloss, VP of engineering at Google</a:t>
            </a:r>
            <a:endParaRPr lang="pt-BR" sz="800" i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C7F880-950F-4208-A7FB-3CF0DFA2ED29}"/>
              </a:ext>
            </a:extLst>
          </p:cNvPr>
          <p:cNvSpPr txBox="1"/>
          <p:nvPr/>
        </p:nvSpPr>
        <p:spPr>
          <a:xfrm>
            <a:off x="10614581" y="11883388"/>
            <a:ext cx="824491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700" i="1" dirty="0">
                <a:solidFill>
                  <a:srgbClr val="525252"/>
                </a:solidFill>
                <a:latin typeface="IBM Plex Sans" panose="020B0503050203000203" pitchFamily="34" charset="0"/>
              </a:rPr>
              <a:t>"SRE is what happens when you ask a software engineer to design an operations team.” </a:t>
            </a:r>
          </a:p>
        </p:txBody>
      </p:sp>
      <p:sp>
        <p:nvSpPr>
          <p:cNvPr id="4" name="Double Bracket 3">
            <a:extLst>
              <a:ext uri="{FF2B5EF4-FFF2-40B4-BE49-F238E27FC236}">
                <a16:creationId xmlns:a16="http://schemas.microsoft.com/office/drawing/2014/main" id="{3C57AED9-ED25-4AAA-2622-37958224E797}"/>
              </a:ext>
            </a:extLst>
          </p:cNvPr>
          <p:cNvSpPr/>
          <p:nvPr/>
        </p:nvSpPr>
        <p:spPr>
          <a:xfrm>
            <a:off x="723900" y="1269562"/>
            <a:ext cx="23371012" cy="12084488"/>
          </a:xfrm>
          <a:prstGeom prst="bracketPair">
            <a:avLst>
              <a:gd name="adj" fmla="val 405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Folded Corner 37">
            <a:extLst>
              <a:ext uri="{FF2B5EF4-FFF2-40B4-BE49-F238E27FC236}">
                <a16:creationId xmlns:a16="http://schemas.microsoft.com/office/drawing/2014/main" id="{56C44F55-69DF-46D3-A490-B446E4253426}"/>
              </a:ext>
            </a:extLst>
          </p:cNvPr>
          <p:cNvSpPr/>
          <p:nvPr/>
        </p:nvSpPr>
        <p:spPr>
          <a:xfrm rot="20871483">
            <a:off x="907543" y="417683"/>
            <a:ext cx="3146308" cy="2080842"/>
          </a:xfrm>
          <a:prstGeom prst="foldedCorner">
            <a:avLst>
              <a:gd name="adj" fmla="val 2769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2800" dirty="0">
              <a:solidFill>
                <a:srgbClr val="545454"/>
              </a:solidFill>
              <a:latin typeface="RedHatText"/>
            </a:endParaRPr>
          </a:p>
          <a:p>
            <a:pPr algn="ctr"/>
            <a:r>
              <a:rPr lang="pt-BR" sz="2800" dirty="0">
                <a:solidFill>
                  <a:srgbClr val="545454"/>
                </a:solidFill>
                <a:latin typeface="RedHatText"/>
              </a:rPr>
              <a:t>Esteira/Pipeline,</a:t>
            </a:r>
          </a:p>
          <a:p>
            <a:pPr algn="ctr"/>
            <a:r>
              <a:rPr lang="pt-BR" sz="2800" dirty="0">
                <a:solidFill>
                  <a:srgbClr val="545454"/>
                </a:solidFill>
                <a:latin typeface="RedHatText"/>
              </a:rPr>
              <a:t>DevOps</a:t>
            </a:r>
          </a:p>
          <a:p>
            <a:pPr algn="ctr"/>
            <a:r>
              <a:rPr lang="pt-BR" sz="2800" dirty="0">
                <a:solidFill>
                  <a:srgbClr val="545454"/>
                </a:solidFill>
                <a:latin typeface="RedHatText"/>
              </a:rPr>
              <a:t>e SRE</a:t>
            </a:r>
          </a:p>
        </p:txBody>
      </p:sp>
    </p:spTree>
    <p:extLst>
      <p:ext uri="{BB962C8B-B14F-4D97-AF65-F5344CB8AC3E}">
        <p14:creationId xmlns:p14="http://schemas.microsoft.com/office/powerpoint/2010/main" val="311303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Toolkit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7CC2975D-C77D-2774-2881-2936FAEB0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4" y="2440077"/>
            <a:ext cx="20273917" cy="108279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5D137C7-074F-10B5-A54D-DEC5292DB5FE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8C0928F-B8AD-E771-ED2C-D9261F460F0A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3D4BCE9-9524-3642-9857-88E743A17B24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9F3554-3C45-D8A4-9CA4-494EDBC9F74E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39915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DE9BB199-D8C3-BC38-7EDB-42046CA18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3" y="2421026"/>
            <a:ext cx="20215341" cy="1079668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8511B9E-2E8E-4203-8146-3C12268CB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Toolkit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62584D7-DA47-382D-B774-F5E1764EE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894" y="9662826"/>
            <a:ext cx="4016188" cy="3406587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6B9DAE6-F123-0B47-15CD-339332F3E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894" y="3381462"/>
            <a:ext cx="4016188" cy="6227575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03D4D39-1E54-9240-BEE2-DE3B72D15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726" y="9662826"/>
            <a:ext cx="16168085" cy="3406587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EA55FEE-6715-9E1B-B9DF-4D077EFB2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726" y="3381462"/>
            <a:ext cx="16168085" cy="6227575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D198DAE-27A5-500B-63EA-233B3293A0C4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5397BE07-AE8D-2B47-67BB-3CBA12FCEE03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DF09389-1C42-C10B-DD3E-FC55E6840D2F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9ED3B9-DBBB-EE60-C276-DDDD2D4EA641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23361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DE9BB199-D8C3-BC38-7EDB-42046CA18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3" y="2421026"/>
            <a:ext cx="20215341" cy="1079668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8511B9E-2E8E-4203-8146-3C12268CB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Toolkit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270A38-B3A9-9B71-EA0F-C5AF78191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894" y="2440076"/>
            <a:ext cx="20273918" cy="10796686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262584D7-DA47-382D-B774-F5E1764EE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894" y="9662826"/>
            <a:ext cx="4016188" cy="3406587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6B9DAE6-F123-0B47-15CD-339332F3E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894" y="3381462"/>
            <a:ext cx="4016188" cy="6227575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03D4D39-1E54-9240-BEE2-DE3B72D15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726" y="9662826"/>
            <a:ext cx="16168085" cy="3406587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EA55FEE-6715-9E1B-B9DF-4D077EFB2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726" y="3381462"/>
            <a:ext cx="16168085" cy="6227575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7C39D8F-5E74-8A21-B174-407337AB508D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7DBFA277-B462-CBDD-0E33-F9ACC53166AB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988EB97-3233-B37F-B1EE-9F3B4B1ED590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65FB0AD-EED7-A93E-C3E6-205114BFDDA6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511B9E-2E8E-4203-8146-3C12268CB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Toolkit - Perspectivas</a:t>
            </a:r>
          </a:p>
        </p:txBody>
      </p:sp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C2BBB43E-2260-D010-A731-5DBFA7DD0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4" y="2440075"/>
            <a:ext cx="20273917" cy="108279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401794E-906B-8096-B40D-A5C654AEE834}"/>
              </a:ext>
            </a:extLst>
          </p:cNvPr>
          <p:cNvSpPr/>
          <p:nvPr/>
        </p:nvSpPr>
        <p:spPr>
          <a:xfrm>
            <a:off x="8724900" y="3955302"/>
            <a:ext cx="4953000" cy="71698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05A4B6-45D9-383F-A96C-76162F36EBDA}"/>
              </a:ext>
            </a:extLst>
          </p:cNvPr>
          <p:cNvSpPr/>
          <p:nvPr/>
        </p:nvSpPr>
        <p:spPr>
          <a:xfrm>
            <a:off x="19948711" y="2971801"/>
            <a:ext cx="1114099" cy="3774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3E46A3F-8F93-0358-5E3D-1CB48EDCA290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739269B9-2AB8-1153-5EF4-768312417C3B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28FA2A6-E6D0-11C5-1C70-FF4BD5CFE533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1B8933-496C-032E-A03C-F351F5A32B57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08748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Toolkit IN e IS</a:t>
            </a:r>
          </a:p>
        </p:txBody>
      </p:sp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D36163DD-362A-0055-4E18-380C538B02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3" y="6611354"/>
            <a:ext cx="20273917" cy="6884764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FBE37868-E5DB-4B6C-C32C-870AD6468F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4" y="2440075"/>
            <a:ext cx="20273917" cy="626348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0399AF4-0E7F-3189-A525-12BA1B8A4788}"/>
              </a:ext>
            </a:extLst>
          </p:cNvPr>
          <p:cNvSpPr/>
          <p:nvPr/>
        </p:nvSpPr>
        <p:spPr>
          <a:xfrm>
            <a:off x="788893" y="5067300"/>
            <a:ext cx="4068857" cy="3295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58CF57-39CE-CC9A-18C7-E4001583C0B3}"/>
              </a:ext>
            </a:extLst>
          </p:cNvPr>
          <p:cNvSpPr/>
          <p:nvPr/>
        </p:nvSpPr>
        <p:spPr>
          <a:xfrm>
            <a:off x="4857750" y="5067300"/>
            <a:ext cx="16059150" cy="3295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7DC1DB-912A-11A1-4B86-31EB29790688}"/>
              </a:ext>
            </a:extLst>
          </p:cNvPr>
          <p:cNvSpPr/>
          <p:nvPr/>
        </p:nvSpPr>
        <p:spPr>
          <a:xfrm>
            <a:off x="1017493" y="5986059"/>
            <a:ext cx="2221007" cy="2432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111D93-6113-9232-AED8-C16D8AA255FC}"/>
              </a:ext>
            </a:extLst>
          </p:cNvPr>
          <p:cNvSpPr/>
          <p:nvPr/>
        </p:nvSpPr>
        <p:spPr>
          <a:xfrm>
            <a:off x="788893" y="9849854"/>
            <a:ext cx="4068857" cy="3295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9A9B20-9ED9-3036-0B05-7E2BDB79F7BD}"/>
              </a:ext>
            </a:extLst>
          </p:cNvPr>
          <p:cNvSpPr/>
          <p:nvPr/>
        </p:nvSpPr>
        <p:spPr>
          <a:xfrm>
            <a:off x="4857750" y="9849854"/>
            <a:ext cx="16059150" cy="3295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AB14CB-0758-0AE8-599A-7AD8A6F72FE3}"/>
              </a:ext>
            </a:extLst>
          </p:cNvPr>
          <p:cNvSpPr/>
          <p:nvPr/>
        </p:nvSpPr>
        <p:spPr>
          <a:xfrm>
            <a:off x="1017493" y="10978163"/>
            <a:ext cx="2221007" cy="2432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6E63D1-0494-F8EF-A0BB-103A5A3ECA73}"/>
              </a:ext>
            </a:extLst>
          </p:cNvPr>
          <p:cNvSpPr/>
          <p:nvPr/>
        </p:nvSpPr>
        <p:spPr>
          <a:xfrm>
            <a:off x="381000" y="8642840"/>
            <a:ext cx="22364700" cy="987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D8A911D-0821-3885-2D20-AE28F3238B4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282" t="3952" b="53710"/>
          <a:stretch/>
        </p:blipFill>
        <p:spPr>
          <a:xfrm>
            <a:off x="15387920" y="10978163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81872C5-6C07-C840-A1ED-996E80636DA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282" t="45533" b="12128"/>
          <a:stretch/>
        </p:blipFill>
        <p:spPr>
          <a:xfrm>
            <a:off x="15387920" y="6109330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E5E88B9-3549-56DE-C59D-B1AF0AF6B3F6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EDF0D89-4526-A7AC-2CCB-D264A5B3C627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B6B811A-093B-DBA4-114B-3BC26E99E9A1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DCE8D41-3BC2-EF23-038A-80C8DECD6C3D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62140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</a:t>
            </a:r>
            <a:r>
              <a:rPr lang="pt-BR" dirty="0" err="1"/>
              <a:t>Projects</a:t>
            </a:r>
            <a:endParaRPr lang="pt-BR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AE60A312-C117-97A6-9EA1-32ACC38F1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11" y="2152836"/>
            <a:ext cx="16425022" cy="877233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3254FF9A-A136-B420-5227-FC12C56C10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467" y="4751294"/>
            <a:ext cx="16425022" cy="877233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444EB80-ECD8-2035-4ADF-155A284629B6}"/>
              </a:ext>
            </a:extLst>
          </p:cNvPr>
          <p:cNvSpPr/>
          <p:nvPr/>
        </p:nvSpPr>
        <p:spPr>
          <a:xfrm>
            <a:off x="3657600" y="3669552"/>
            <a:ext cx="1541929" cy="17809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960561-6B78-F3BE-6099-5C37C199F042}"/>
              </a:ext>
            </a:extLst>
          </p:cNvPr>
          <p:cNvSpPr/>
          <p:nvPr/>
        </p:nvSpPr>
        <p:spPr>
          <a:xfrm>
            <a:off x="10668000" y="10431459"/>
            <a:ext cx="1667435" cy="16888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A73CF5-51D9-1FDF-02E9-47BA8987C701}"/>
              </a:ext>
            </a:extLst>
          </p:cNvPr>
          <p:cNvSpPr/>
          <p:nvPr/>
        </p:nvSpPr>
        <p:spPr>
          <a:xfrm>
            <a:off x="9287435" y="8588188"/>
            <a:ext cx="1380565" cy="268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BCC839-B058-9C7B-E114-3EAD066869B1}"/>
              </a:ext>
            </a:extLst>
          </p:cNvPr>
          <p:cNvSpPr/>
          <p:nvPr/>
        </p:nvSpPr>
        <p:spPr>
          <a:xfrm>
            <a:off x="3299012" y="3400611"/>
            <a:ext cx="564776" cy="268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8A0DA7-42FB-75A9-1F93-79F7CCE8017B}"/>
              </a:ext>
            </a:extLst>
          </p:cNvPr>
          <p:cNvSpPr/>
          <p:nvPr/>
        </p:nvSpPr>
        <p:spPr>
          <a:xfrm>
            <a:off x="15491294" y="2446742"/>
            <a:ext cx="8108855" cy="102914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019EA1-6E36-C2D4-9A9B-57E168DA007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87" t="3625" r="54538" b="83328"/>
          <a:stretch/>
        </p:blipFill>
        <p:spPr>
          <a:xfrm>
            <a:off x="16010689" y="3235636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07D86C-CFC9-8F97-D299-14E4E542C2B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87" t="17150" r="54538" b="69326"/>
          <a:stretch/>
        </p:blipFill>
        <p:spPr>
          <a:xfrm>
            <a:off x="16010688" y="5105147"/>
            <a:ext cx="7117977" cy="11523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2AD637-FB36-6F5A-CEA2-D8EBF7F3A06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87" t="30397" r="54538" b="56079"/>
          <a:stretch/>
        </p:blipFill>
        <p:spPr>
          <a:xfrm>
            <a:off x="16010689" y="8925595"/>
            <a:ext cx="7117977" cy="11523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34DDB9-B15D-AB0A-813A-A4A2926FA85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87" t="44123" r="54538" b="42936"/>
          <a:stretch/>
        </p:blipFill>
        <p:spPr>
          <a:xfrm>
            <a:off x="16010687" y="7015371"/>
            <a:ext cx="7117977" cy="11026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437597-D84E-52CA-1A54-39D50E781AE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87" t="82195" r="54538" b="2529"/>
          <a:stretch/>
        </p:blipFill>
        <p:spPr>
          <a:xfrm>
            <a:off x="16010689" y="10818737"/>
            <a:ext cx="7117977" cy="130154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295E841-E3BC-9AF2-0450-E774D1DFBE02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F44AEE7-8148-C3E5-2EE8-1B82B9C36988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0E85EDC-1F1D-6B90-D8A2-583053B49580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FB4307D-C6B2-2C12-AD19-86659FBF90BE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75996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45E0084-F41A-47A3-99E6-2C0ED19A3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de Mensagens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1B4C78-011B-40F1-AF76-05C203E41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154" y="2510026"/>
            <a:ext cx="22788282" cy="6362118"/>
          </a:xfrm>
        </p:spPr>
        <p:txBody>
          <a:bodyPr>
            <a:normAutofit/>
          </a:bodyPr>
          <a:lstStyle/>
          <a:p>
            <a:r>
              <a:rPr lang="pt-BR" altLang="pt-BR" sz="3600" dirty="0"/>
              <a:t>As mensagens são os dados recebidos de forma estruturada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FF26F0-E705-D6FC-4D35-E0A8DB2933B6}"/>
              </a:ext>
            </a:extLst>
          </p:cNvPr>
          <p:cNvGrpSpPr/>
          <p:nvPr/>
        </p:nvGrpSpPr>
        <p:grpSpPr>
          <a:xfrm>
            <a:off x="9030447" y="4094418"/>
            <a:ext cx="5904750" cy="6341819"/>
            <a:chOff x="9245599" y="3102093"/>
            <a:chExt cx="5904750" cy="634181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04F32A2-6A63-9965-2C45-E70F70287336}"/>
                </a:ext>
              </a:extLst>
            </p:cNvPr>
            <p:cNvSpPr txBox="1"/>
            <p:nvPr/>
          </p:nvSpPr>
          <p:spPr>
            <a:xfrm>
              <a:off x="9245599" y="5412039"/>
              <a:ext cx="5904750" cy="40318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/>
                <a:t>&lt;</a:t>
              </a:r>
              <a:r>
                <a:rPr lang="en-US" sz="3200" dirty="0" err="1"/>
                <a:t>ACE_Workshop</a:t>
              </a:r>
              <a:r>
                <a:rPr lang="en-US" sz="3200" dirty="0"/>
                <a:t>&gt;</a:t>
              </a:r>
            </a:p>
            <a:p>
              <a:pPr algn="just"/>
              <a:r>
                <a:rPr lang="en-US" sz="3200" dirty="0"/>
                <a:t>    &lt;Grupo1&gt;</a:t>
              </a:r>
            </a:p>
            <a:p>
              <a:pPr algn="just"/>
              <a:r>
                <a:rPr lang="en-US" sz="3200" dirty="0"/>
                <a:t>        &lt;Campo1&gt;</a:t>
              </a:r>
              <a:r>
                <a:rPr lang="en-US" sz="3200" dirty="0">
                  <a:highlight>
                    <a:srgbClr val="FFFF00"/>
                  </a:highlight>
                </a:rPr>
                <a:t>AAA</a:t>
              </a:r>
              <a:r>
                <a:rPr lang="en-US" sz="3200" dirty="0"/>
                <a:t>&lt;/Campo1&gt;</a:t>
              </a:r>
            </a:p>
            <a:p>
              <a:pPr algn="just"/>
              <a:r>
                <a:rPr lang="en-US" sz="3200" dirty="0"/>
                <a:t>        &lt;Campo2&gt;</a:t>
              </a:r>
              <a:r>
                <a:rPr lang="en-US" sz="3200" dirty="0">
                  <a:highlight>
                    <a:srgbClr val="00FF00"/>
                  </a:highlight>
                </a:rPr>
                <a:t>111</a:t>
              </a:r>
              <a:r>
                <a:rPr lang="en-US" sz="3200" dirty="0"/>
                <a:t>&lt;/Campo2&gt;</a:t>
              </a:r>
            </a:p>
            <a:p>
              <a:pPr algn="just"/>
              <a:r>
                <a:rPr lang="en-US" sz="3200" dirty="0"/>
                <a:t>    &lt;/Grupo1&gt;</a:t>
              </a:r>
            </a:p>
            <a:p>
              <a:pPr algn="just"/>
              <a:r>
                <a:rPr lang="en-US" sz="3200" dirty="0"/>
                <a:t>    &lt;Campo3&gt;</a:t>
              </a:r>
              <a:r>
                <a:rPr lang="en-US" sz="3200" dirty="0">
                  <a:highlight>
                    <a:srgbClr val="00FFFF"/>
                  </a:highlight>
                </a:rPr>
                <a:t>BBB</a:t>
              </a:r>
              <a:r>
                <a:rPr lang="en-US" sz="3200" dirty="0"/>
                <a:t>&lt;/Campo3&gt;</a:t>
              </a:r>
            </a:p>
            <a:p>
              <a:pPr algn="just"/>
              <a:r>
                <a:rPr lang="en-US" sz="3200" dirty="0"/>
                <a:t>    &lt;Campo4&gt;</a:t>
              </a:r>
              <a:r>
                <a:rPr lang="en-US" sz="3200" dirty="0">
                  <a:highlight>
                    <a:srgbClr val="FF00FF"/>
                  </a:highlight>
                </a:rPr>
                <a:t>222</a:t>
              </a:r>
              <a:r>
                <a:rPr lang="en-US" sz="3200" dirty="0"/>
                <a:t>&lt;/Campo4&gt;</a:t>
              </a:r>
            </a:p>
            <a:p>
              <a:pPr algn="just"/>
              <a:r>
                <a:rPr lang="en-US" sz="3200" dirty="0"/>
                <a:t>&lt;/</a:t>
              </a:r>
              <a:r>
                <a:rPr lang="en-US" sz="3200" dirty="0" err="1"/>
                <a:t>ACE_Workshop</a:t>
              </a:r>
              <a:r>
                <a:rPr lang="en-US" sz="3200" dirty="0"/>
                <a:t>&gt;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ACD3061-DC00-0254-8CD0-3F7C87324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52264" y="3102093"/>
              <a:ext cx="1686160" cy="1962424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FDF140-EDB1-F16F-5851-7932D8717BCD}"/>
              </a:ext>
            </a:extLst>
          </p:cNvPr>
          <p:cNvGrpSpPr/>
          <p:nvPr/>
        </p:nvGrpSpPr>
        <p:grpSpPr>
          <a:xfrm>
            <a:off x="16014339" y="4222884"/>
            <a:ext cx="4882779" cy="7216168"/>
            <a:chOff x="16686306" y="3230559"/>
            <a:chExt cx="4882779" cy="721616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C369C1-1E06-C896-8FDC-7A81F71E5E28}"/>
                </a:ext>
              </a:extLst>
            </p:cNvPr>
            <p:cNvSpPr txBox="1"/>
            <p:nvPr/>
          </p:nvSpPr>
          <p:spPr>
            <a:xfrm>
              <a:off x="16686306" y="5429969"/>
              <a:ext cx="4882779" cy="5016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/>
                <a:t>{</a:t>
              </a:r>
            </a:p>
            <a:p>
              <a:pPr algn="just"/>
              <a:r>
                <a:rPr lang="en-US" sz="3200" dirty="0"/>
                <a:t>  "</a:t>
              </a:r>
              <a:r>
                <a:rPr lang="en-US" sz="3200" dirty="0" err="1"/>
                <a:t>ACE_Workshop</a:t>
              </a:r>
              <a:r>
                <a:rPr lang="en-US" sz="3200" dirty="0"/>
                <a:t>": {</a:t>
              </a:r>
            </a:p>
            <a:p>
              <a:pPr algn="just"/>
              <a:r>
                <a:rPr lang="en-US" sz="3200" dirty="0"/>
                <a:t>    "Grupo1": {</a:t>
              </a:r>
            </a:p>
            <a:p>
              <a:pPr algn="just"/>
              <a:r>
                <a:rPr lang="en-US" sz="3200" dirty="0"/>
                <a:t>      "Campo1": "</a:t>
              </a:r>
              <a:r>
                <a:rPr lang="en-US" sz="3200" dirty="0">
                  <a:highlight>
                    <a:srgbClr val="FFFF00"/>
                  </a:highlight>
                </a:rPr>
                <a:t>AAA</a:t>
              </a:r>
              <a:r>
                <a:rPr lang="en-US" sz="3200" dirty="0"/>
                <a:t>",</a:t>
              </a:r>
            </a:p>
            <a:p>
              <a:pPr algn="just"/>
              <a:r>
                <a:rPr lang="en-US" sz="3200" dirty="0"/>
                <a:t>      "Campo2": </a:t>
              </a:r>
              <a:r>
                <a:rPr lang="en-US" sz="3200" dirty="0">
                  <a:highlight>
                    <a:srgbClr val="00FF00"/>
                  </a:highlight>
                </a:rPr>
                <a:t>111</a:t>
              </a:r>
            </a:p>
            <a:p>
              <a:pPr algn="just"/>
              <a:r>
                <a:rPr lang="en-US" sz="3200" dirty="0"/>
                <a:t>    },</a:t>
              </a:r>
            </a:p>
            <a:p>
              <a:pPr algn="just"/>
              <a:r>
                <a:rPr lang="en-US" sz="3200" dirty="0"/>
                <a:t>    "Campo3": "</a:t>
              </a:r>
              <a:r>
                <a:rPr lang="en-US" sz="3200" dirty="0">
                  <a:highlight>
                    <a:srgbClr val="00FFFF"/>
                  </a:highlight>
                </a:rPr>
                <a:t>BBB</a:t>
              </a:r>
              <a:r>
                <a:rPr lang="en-US" sz="3200" dirty="0"/>
                <a:t>",</a:t>
              </a:r>
            </a:p>
            <a:p>
              <a:pPr algn="just"/>
              <a:r>
                <a:rPr lang="en-US" sz="3200" dirty="0"/>
                <a:t>    "Campo4": </a:t>
              </a:r>
              <a:r>
                <a:rPr lang="en-US" sz="3200" dirty="0">
                  <a:highlight>
                    <a:srgbClr val="FF00FF"/>
                  </a:highlight>
                </a:rPr>
                <a:t>222</a:t>
              </a:r>
            </a:p>
            <a:p>
              <a:pPr algn="just"/>
              <a:r>
                <a:rPr lang="en-US" sz="3200" dirty="0"/>
                <a:t>  }</a:t>
              </a:r>
            </a:p>
            <a:p>
              <a:pPr algn="just"/>
              <a:r>
                <a:rPr lang="en-US" sz="3200" dirty="0"/>
                <a:t>}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5E6413A-5C52-F3DA-0BAD-85EEF2FD0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047513" y="3230559"/>
              <a:ext cx="1724266" cy="1876687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5C016C2-0FC7-0898-D635-850FFA003623}"/>
              </a:ext>
            </a:extLst>
          </p:cNvPr>
          <p:cNvGrpSpPr/>
          <p:nvPr/>
        </p:nvGrpSpPr>
        <p:grpSpPr>
          <a:xfrm>
            <a:off x="3988191" y="4222884"/>
            <a:ext cx="3427499" cy="2786386"/>
            <a:chOff x="1825817" y="3230559"/>
            <a:chExt cx="3427499" cy="278638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87E6C2E-18F1-1B4D-1C95-B3386B0A25D7}"/>
                </a:ext>
              </a:extLst>
            </p:cNvPr>
            <p:cNvSpPr txBox="1"/>
            <p:nvPr/>
          </p:nvSpPr>
          <p:spPr>
            <a:xfrm>
              <a:off x="1825817" y="5432170"/>
              <a:ext cx="342749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>
                  <a:highlight>
                    <a:srgbClr val="FFFF00"/>
                  </a:highlight>
                </a:rPr>
                <a:t>AAA</a:t>
              </a:r>
              <a:r>
                <a:rPr lang="en-US" sz="3200" dirty="0">
                  <a:highlight>
                    <a:srgbClr val="00FF00"/>
                  </a:highlight>
                </a:rPr>
                <a:t>111</a:t>
              </a:r>
              <a:r>
                <a:rPr lang="en-US" sz="3200" dirty="0">
                  <a:highlight>
                    <a:srgbClr val="00FFFF"/>
                  </a:highlight>
                </a:rPr>
                <a:t>BBB</a:t>
              </a:r>
              <a:r>
                <a:rPr lang="en-US" sz="3200" dirty="0">
                  <a:highlight>
                    <a:srgbClr val="FF00FF"/>
                  </a:highlight>
                </a:rPr>
                <a:t>222</a:t>
              </a:r>
              <a:endParaRPr lang="en-US" sz="3200" dirty="0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9363931-88F3-1F36-B026-A564845A7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11735" y="3230559"/>
              <a:ext cx="1655208" cy="1827061"/>
            </a:xfrm>
            <a:prstGeom prst="rect">
              <a:avLst/>
            </a:prstGeom>
          </p:spPr>
        </p:pic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060825D-2A02-198F-CB90-14B91E7778DF}"/>
              </a:ext>
            </a:extLst>
          </p:cNvPr>
          <p:cNvCxnSpPr/>
          <p:nvPr/>
        </p:nvCxnSpPr>
        <p:spPr>
          <a:xfrm>
            <a:off x="3693459" y="6316920"/>
            <a:ext cx="169612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6DE2906-0E24-4836-2E67-B4C7CE7017A9}"/>
              </a:ext>
            </a:extLst>
          </p:cNvPr>
          <p:cNvCxnSpPr>
            <a:cxnSpLocks/>
          </p:cNvCxnSpPr>
          <p:nvPr/>
        </p:nvCxnSpPr>
        <p:spPr>
          <a:xfrm>
            <a:off x="15568704" y="4385678"/>
            <a:ext cx="73576" cy="85952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964E31D-79B4-912F-CD57-AFB2B782252F}"/>
              </a:ext>
            </a:extLst>
          </p:cNvPr>
          <p:cNvCxnSpPr>
            <a:cxnSpLocks/>
          </p:cNvCxnSpPr>
          <p:nvPr/>
        </p:nvCxnSpPr>
        <p:spPr>
          <a:xfrm flipH="1">
            <a:off x="8369492" y="4222884"/>
            <a:ext cx="72278" cy="8758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7773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r>
              <a:rPr lang="pt-BR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8C338-5400-0D5A-D2B2-32B986260104}"/>
              </a:ext>
            </a:extLst>
          </p:cNvPr>
          <p:cNvSpPr/>
          <p:nvPr/>
        </p:nvSpPr>
        <p:spPr>
          <a:xfrm>
            <a:off x="15795814" y="9597089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Sem conversão: XML, JSON, BLOB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</a:rPr>
              <a:t>Nós: HTTP, MQ e File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</a:rPr>
              <a:t>Debug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</a:rPr>
              <a:t>Teste (</a:t>
            </a:r>
            <a:r>
              <a:rPr lang="pt-BR" sz="3600" dirty="0" err="1">
                <a:solidFill>
                  <a:schemeClr val="tx1"/>
                </a:solidFill>
              </a:rPr>
              <a:t>Postman</a:t>
            </a:r>
            <a:r>
              <a:rPr lang="pt-BR" sz="3600" dirty="0">
                <a:solidFill>
                  <a:schemeClr val="tx1"/>
                </a:solidFill>
              </a:rPr>
              <a:t>, </a:t>
            </a:r>
            <a:r>
              <a:rPr lang="pt-BR" sz="3600" dirty="0" err="1">
                <a:solidFill>
                  <a:schemeClr val="tx1"/>
                </a:solidFill>
              </a:rPr>
              <a:t>SOAPUi</a:t>
            </a:r>
            <a:r>
              <a:rPr lang="pt-BR" sz="3600" dirty="0">
                <a:solidFill>
                  <a:schemeClr val="tx1"/>
                </a:solidFill>
              </a:rPr>
              <a:t>, CURL, </a:t>
            </a:r>
            <a:r>
              <a:rPr lang="pt-BR" sz="3600" dirty="0" err="1">
                <a:solidFill>
                  <a:schemeClr val="tx1"/>
                </a:solidFill>
              </a:rPr>
              <a:t>etc</a:t>
            </a:r>
            <a:r>
              <a:rPr lang="pt-BR" sz="3600" dirty="0">
                <a:solidFill>
                  <a:schemeClr val="tx1"/>
                </a:solidFill>
              </a:rPr>
              <a:t>)</a:t>
            </a:r>
          </a:p>
          <a:p>
            <a:pPr algn="just"/>
            <a:endParaRPr lang="pt-BR" sz="36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573D40-EEB2-6971-8284-C57F6049BE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26FB5F7-E50D-D999-06E8-B5953C50A72B}"/>
              </a:ext>
            </a:extLst>
          </p:cNvPr>
          <p:cNvSpPr/>
          <p:nvPr/>
        </p:nvSpPr>
        <p:spPr>
          <a:xfrm>
            <a:off x="15795814" y="8650940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BDFAE96-BEC5-24DF-0256-F034CF3E0384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21E9603-620A-735A-B06A-D07294B7107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84765EB-B271-1EA0-5211-A273758AB5D1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25B9CD-9228-56CD-4BF7-C492A6149848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32324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F012CFB-8DA9-DB8C-26E6-6912062BE1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2012338"/>
            <a:ext cx="21712517" cy="115963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r>
              <a:rPr lang="pt-BR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F5939-2F5B-1DB2-2F59-1F53F53059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FF5E64-D83D-D449-F00C-713C3B2275F1}"/>
              </a:ext>
            </a:extLst>
          </p:cNvPr>
          <p:cNvSpPr/>
          <p:nvPr/>
        </p:nvSpPr>
        <p:spPr>
          <a:xfrm>
            <a:off x="7853082" y="3902184"/>
            <a:ext cx="7942732" cy="20421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730CB9-4427-2F73-8AE1-513D78BB3379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Fluxo</a:t>
            </a:r>
            <a:endParaRPr lang="en-US" sz="4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EDE516-DCC6-D77E-7EED-232AE5BADB44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AFD717-1F16-1288-7B6E-02BA0C8420D6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E09E768-6637-DF33-B758-149D2F7237D1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BF3971D-1CF6-65D6-E70A-833315107915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A2EE80-7E6F-BA65-DCFE-CAB182A160AB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76837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20408B67-DD15-F27D-8547-94B67C2942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2012338"/>
            <a:ext cx="21712518" cy="115963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r>
              <a:rPr lang="pt-BR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F5939-2F5B-1DB2-2F59-1F53F53059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9E507F4-A567-5371-5986-644A9D8926EC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AC4C86-C96A-7893-0D18-2CDE4C5C1757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CD7726-FB8E-22E2-C42C-B07E65F08735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URL</a:t>
            </a:r>
            <a:endParaRPr lang="en-US" sz="4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69F5C8-42F1-88B6-DBF5-A6E654069C3A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E9C654-C5C5-0659-3BE2-887D9FF89407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D099920-9D0C-B566-E30B-D7AB8AC60BD7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4A4B38C-DF02-E078-9DD9-EFCFE62F7DA3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3F1696-CB4A-E8B7-F4B3-53FFF7E279D6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33488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7B5D13E6-3A62-5DFF-D557-798E411505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2012338"/>
            <a:ext cx="21712518" cy="115963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r>
              <a:rPr lang="pt-BR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F5939-2F5B-1DB2-2F59-1F53F53059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9E507F4-A567-5371-5986-644A9D8926EC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22EF8C-1F7D-5E87-3B08-DA85CF834342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981E22-582F-1E1B-69F4-26E7EBAFC81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50F8D7-2AF9-6013-002D-B160B0B7877E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Parser</a:t>
            </a:r>
            <a:endParaRPr lang="en-US" sz="4000" dirty="0"/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E00DB8CD-2E14-61F8-66F7-5F5D833B3C6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87" t="66293" r="41371"/>
          <a:stretch/>
        </p:blipFill>
        <p:spPr>
          <a:xfrm>
            <a:off x="13438095" y="7613247"/>
            <a:ext cx="8086165" cy="390882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FEC4903-618A-45B1-7B3F-3BC5B90AA309}"/>
              </a:ext>
            </a:extLst>
          </p:cNvPr>
          <p:cNvSpPr/>
          <p:nvPr/>
        </p:nvSpPr>
        <p:spPr>
          <a:xfrm>
            <a:off x="13438095" y="7613246"/>
            <a:ext cx="8086165" cy="39088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69FE10-617C-0566-F828-A796C99F625E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50BD578-4641-FF02-6788-9F56DA647345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A1B7DCD-1779-EB0B-D366-E1C01C037B13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8A0DA04-53B8-B7E4-0F5A-3AB971B74C0A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1750D0D-F23F-E8DE-A949-DE4063C12D7F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6620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r>
              <a:rPr lang="pt-BR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F5939-2F5B-1DB2-2F59-1F53F53059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E5420BF-28E6-1B82-D03F-703A85C61C48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DD0B16-C951-A20D-AA4A-69DFA99B14F3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FF09A0-6B99-79F4-7E39-FC5ADA79907D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517DE6-66DE-2D71-3CAD-461778659969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Teste</a:t>
            </a:r>
            <a:endParaRPr lang="en-US" sz="4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C3F97D-12C1-5C31-2682-6D845943C672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193FBC-6B6B-07FE-6439-61E57D4BA858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36FEE32-1566-D2C1-950D-F7F1359B3E63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A3DC3DE-068E-D6ED-1A3B-42EB3F86809E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904AE7-BBA7-F2F0-7A9C-44B83C59428D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66834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r>
              <a:rPr lang="pt-BR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8C338-5400-0D5A-D2B2-32B986260104}"/>
              </a:ext>
            </a:extLst>
          </p:cNvPr>
          <p:cNvSpPr/>
          <p:nvPr/>
        </p:nvSpPr>
        <p:spPr>
          <a:xfrm>
            <a:off x="15795814" y="9597089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Conversão: XML </a:t>
            </a:r>
            <a:r>
              <a:rPr lang="pt-BR" sz="3600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pt-BR" sz="3600" dirty="0">
                <a:solidFill>
                  <a:schemeClr val="tx1"/>
                </a:solidFill>
              </a:rPr>
              <a:t> JSON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</a:rPr>
              <a:t>Nós: HTTP</a:t>
            </a:r>
          </a:p>
          <a:p>
            <a:pPr algn="just"/>
            <a:endParaRPr lang="pt-BR" sz="36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573D40-EEB2-6971-8284-C57F6049BE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26FB5F7-E50D-D999-06E8-B5953C50A72B}"/>
              </a:ext>
            </a:extLst>
          </p:cNvPr>
          <p:cNvSpPr/>
          <p:nvPr/>
        </p:nvSpPr>
        <p:spPr>
          <a:xfrm>
            <a:off x="15795814" y="8650940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ACE_Workshop_Sample_002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75DA6D0-E919-AC0E-6E99-5D1863712E05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6239DA6-4D67-FAE5-3EF7-0F74FE4DD757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06E8EC8-1F47-260B-B6FB-AD226BE95D72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E08A9FB-CC8D-BCB6-0CC5-3C971F630558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63104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A9200D9D-B23C-B0FB-9B24-6D46771F4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6"/>
            <a:ext cx="21712516" cy="115963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C44CF-69FD-AC6D-3F5A-8798C3E7E9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A77D50-E174-1004-37BE-679DCE6BF0B1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E8B628-90C6-07F3-9D6C-BD0EF95FF384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ACE_Workshop_Sample_002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5CD90FD-F63A-28BB-26C5-9C65664DEDB3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CCBD6BD-4400-4AAE-520E-C7E4B1B79914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94C256B-C244-2621-803E-A617F1221800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37FF404-19C4-4FC1-F71C-5F1B1B91C7AB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50007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E3BC2F67-5660-A7EA-2240-2FED61298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5"/>
            <a:ext cx="21712516" cy="115963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C44CF-69FD-AC6D-3F5A-8798C3E7E9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A77D50-E174-1004-37BE-679DCE6BF0B1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6C547-9248-8375-9DBC-659826F525F8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URL</a:t>
            </a:r>
            <a:endParaRPr lang="en-US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CE7248-AB46-3AF9-5B5C-9854B204927F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702F97-EF8D-FB37-57D5-A0929C29B10F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ACE_Workshop_Sample_002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46DA99-C288-196F-B53F-4DF67A51631F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EE847AF-5805-DBF8-00A5-FEDF4C85B623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F62AA96-5D42-7145-57F6-C6667BA59FAA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42814C-A2EB-922D-113B-6F25EBB8EA1F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35843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DCDC6673-9B17-6172-6C51-91DB5E2F3E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4"/>
            <a:ext cx="21712516" cy="115963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C44CF-69FD-AC6D-3F5A-8798C3E7E9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A77D50-E174-1004-37BE-679DCE6BF0B1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6C547-9248-8375-9DBC-659826F525F8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63C6A4-1D58-AA35-73E9-1957B44F97CD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596C49-230E-043B-161C-33126B6F2636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Parser</a:t>
            </a:r>
            <a:endParaRPr lang="en-US" sz="4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BCB017-F040-B99D-A4EC-19BFFD54D1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 descr="A screenshot of a computer&#10;&#10;Description automatically generated">
            <a:extLst>
              <a:ext uri="{FF2B5EF4-FFF2-40B4-BE49-F238E27FC236}">
                <a16:creationId xmlns:a16="http://schemas.microsoft.com/office/drawing/2014/main" id="{0CA66093-8B4C-CBCD-C5FA-4D9D7BE26B0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59" t="66421" r="41742"/>
          <a:stretch/>
        </p:blipFill>
        <p:spPr>
          <a:xfrm>
            <a:off x="13473953" y="7642675"/>
            <a:ext cx="8086165" cy="390882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816AD4F-5971-BC2B-9382-EFE927CC40D8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ACE_Workshop_Sample_002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568EE8B-C1EE-CD82-04B2-7084DB0B1824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80A703D-EA44-AD15-83BE-FD1E5CBB9AF4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FEE2C8-C1B2-6B7D-2969-C7CD7E621FD7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F2DDE2-72DA-2C49-0E66-CE4E6ABB6B7E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26729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E8C0E37C-BEF3-782C-1490-ED9EBA130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3"/>
            <a:ext cx="21712516" cy="115963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C44CF-69FD-AC6D-3F5A-8798C3E7E9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A77D50-E174-1004-37BE-679DCE6BF0B1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6C547-9248-8375-9DBC-659826F525F8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596C49-230E-043B-161C-33126B6F2636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94FB27-3488-46D3-18BF-4FD20A8F453E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/>
              <a:t>Esql</a:t>
            </a:r>
            <a:endParaRPr lang="en-US" sz="4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BA8895-6AD7-A248-396D-BD9CC8EB2EF1}"/>
              </a:ext>
            </a:extLst>
          </p:cNvPr>
          <p:cNvSpPr/>
          <p:nvPr/>
        </p:nvSpPr>
        <p:spPr>
          <a:xfrm>
            <a:off x="6669741" y="4966447"/>
            <a:ext cx="11044518" cy="1326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C2D813-3466-45CC-3360-A00C6FF5CA1A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ACE_Workshop_Sample_002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09CAE4F-C149-14C8-126A-44C0A48EBF85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9C8A026-F30D-250E-43BF-0DC4B6874702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6FD17C9-EFF4-EBCE-C510-3A689777131C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4A9CE4-9185-FE30-9DA4-D3D7D815BB06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56627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C44CF-69FD-AC6D-3F5A-8798C3E7E9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A77D50-E174-1004-37BE-679DCE6BF0B1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6C547-9248-8375-9DBC-659826F525F8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596C49-230E-043B-161C-33126B6F2636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554CD2-4F41-A59F-319B-B1135EAFA4BD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Esql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00CA23-44F5-99E9-55B5-1009919896B4}"/>
              </a:ext>
            </a:extLst>
          </p:cNvPr>
          <p:cNvSpPr/>
          <p:nvPr/>
        </p:nvSpPr>
        <p:spPr>
          <a:xfrm>
            <a:off x="87854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Teste</a:t>
            </a:r>
            <a:endParaRPr lang="en-US" sz="4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684836-0FFD-E57D-E555-F974CAEFE8FF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DB364C4-9086-AAEE-71E4-98B0BAD55BB5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8479813-22F6-642F-1037-2C0777BC6421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4A712B3-19A7-78FA-8F0C-D141458366A7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1146F9-D3AC-980E-7D96-48C4BC317B40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45831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r>
              <a:rPr lang="pt-BR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8C338-5400-0D5A-D2B2-32B986260104}"/>
              </a:ext>
            </a:extLst>
          </p:cNvPr>
          <p:cNvSpPr/>
          <p:nvPr/>
        </p:nvSpPr>
        <p:spPr>
          <a:xfrm>
            <a:off x="15795814" y="9597089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Conversão: JSON </a:t>
            </a:r>
            <a:r>
              <a:rPr lang="pt-BR" sz="3600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pt-BR" sz="3600" dirty="0">
                <a:solidFill>
                  <a:schemeClr val="tx1"/>
                </a:solidFill>
              </a:rPr>
              <a:t> XML 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</a:rPr>
              <a:t>Nós: HTTP</a:t>
            </a:r>
          </a:p>
          <a:p>
            <a:pPr algn="just"/>
            <a:endParaRPr lang="pt-BR" sz="36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573D40-EEB2-6971-8284-C57F6049BE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26FB5F7-E50D-D999-06E8-B5953C50A72B}"/>
              </a:ext>
            </a:extLst>
          </p:cNvPr>
          <p:cNvSpPr/>
          <p:nvPr/>
        </p:nvSpPr>
        <p:spPr>
          <a:xfrm>
            <a:off x="15795814" y="8650940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ACE_Workshop_Sample_003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EBD6639-2D32-E9E6-7951-FB3DFC2AF5F6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67F5CE6-8FE7-8514-FA11-47F833E5286A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F68F37A-2535-2A66-C9A8-43F9E540B71C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31CD97-EAFE-3514-3290-419465905437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4503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40C7103-794F-2981-77D1-EF83A68A5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3"/>
            <a:ext cx="21712514" cy="115963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EEA78D-9591-4E9A-BB86-190898D54F8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36E71A-F927-449B-4635-4285B4EE31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C8F2A7C-F70E-0067-C5C6-20AEC5435167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ACE_Workshop_Sample_003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72E4881-F7A5-E4B9-ACB0-D594BAE687C5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238EC0A-6CB7-9137-1F1D-43912B50F1BE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373C519-450C-89C8-10D9-A3D63F3235C2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86A42E5-5167-8AF0-BD3A-6F4D2DBA9922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22455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30E6E10-BCB0-256C-FDA3-247F7D353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3"/>
            <a:ext cx="21712514" cy="115963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3EB5B9-1A39-7949-11B5-CFB53383878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91E08F5-2C65-B381-40B3-74DF4630DC7B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AE5408-A5E4-71CE-05B5-31F3A4A7F727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A7896-8161-7B26-3E9C-0CA5851FE54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URL</a:t>
            </a:r>
            <a:endParaRPr lang="en-US" sz="4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1D018F-557E-E77C-5E7B-230DA1A41F6E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ACE_Workshop_Sample_003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DD7BB2-1F9C-1DD4-AA39-CA8A978E219E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7608647-1E8D-7272-718D-1652EA05ED6D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DEF0058-14CF-0E70-7AE5-65F3F5AC14AE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220FD5-E8F1-92CC-CAEA-FA49ABC4623F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40217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60EDB1AA-582C-9DC2-BCD9-12311D634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3"/>
            <a:ext cx="21712514" cy="115963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7EB2FD-B6BC-532A-D4E1-4D1F179DECB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22B18E6-DEE6-08D8-83DF-CADF6588F4A5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8562BEE9-A00B-1388-9766-D5F36F63721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63" t="66369" r="41885"/>
          <a:stretch/>
        </p:blipFill>
        <p:spPr>
          <a:xfrm>
            <a:off x="13438095" y="7622218"/>
            <a:ext cx="8086164" cy="3941245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1E3DC4B-5493-115D-CDAF-9BD9ABA410BA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096A0E-3430-F8D1-E6FE-FACB02DCA39D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8A0D11-D99A-A3EE-66D4-3DE61053B00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Parser</a:t>
            </a:r>
            <a:endParaRPr lang="en-US" sz="4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22047D-97DC-915F-4325-0A96AE5AC88A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ACE_Workshop_Sample_003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B910537-7BD9-FF85-C9D2-13A56E80D725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24D179B-A3D7-0B01-83EE-C32BEC3B6CC7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0587FA2-D401-B45B-3066-3D25FB98C62E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750AD12-0CC5-5663-65FD-8993F0C84DBC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26540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3965A52-D3B9-EB1B-A078-605DB8648E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3"/>
            <a:ext cx="21712514" cy="115963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914589-2B5B-D738-33BE-49F39DE4064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80A942-0D02-97EC-7101-6A2E79C5185A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D675F0-CF26-62C2-3D91-9F840431FF76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2A30E1-DB29-6C90-2327-4AFE5B1DA9F3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/>
              <a:t>Esql</a:t>
            </a:r>
            <a:endParaRPr lang="en-US" sz="4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323A3B-F24C-F749-A4CC-898DAB3E937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EDF31E9-2F27-03D8-A3DC-F4B5D261E7B0}"/>
              </a:ext>
            </a:extLst>
          </p:cNvPr>
          <p:cNvSpPr/>
          <p:nvPr/>
        </p:nvSpPr>
        <p:spPr>
          <a:xfrm>
            <a:off x="6669741" y="4966447"/>
            <a:ext cx="11044518" cy="1326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19B983-5BCE-E8C8-EEFF-439EDA61DF0E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ACE_Workshop_Sample_003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97C737C-C5FD-1219-F8DC-39BEFF537B72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78BDD1D-D969-C77E-176F-49E44FE6B246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1D56020-4DC1-42EF-1D5E-5BCAC16E5BE3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CD0D2C-97DF-D746-F0A4-FB50ED8BD3FB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06360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914589-2B5B-D738-33BE-49F39DE4064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80A942-0D02-97EC-7101-6A2E79C5185A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D675F0-CF26-62C2-3D91-9F840431FF76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2A30E1-DB29-6C90-2327-4AFE5B1DA9F3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Esql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FB7967-0D5D-DE12-5D96-967C6ED38C0D}"/>
              </a:ext>
            </a:extLst>
          </p:cNvPr>
          <p:cNvSpPr/>
          <p:nvPr/>
        </p:nvSpPr>
        <p:spPr>
          <a:xfrm>
            <a:off x="87854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Teste</a:t>
            </a:r>
            <a:endParaRPr lang="en-US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E16C9D-906C-149A-B449-DFE9A45FA2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1814AA-CDED-1F22-968F-9CCD4953B360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ACE_Workshop_Sample_003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97C4D9-0371-4A69-8522-9676F1CB5DE2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0737A6-16BD-F770-8B1E-1F9E46AF0BF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B0E7B0F-BF39-0EDA-CC23-FE8AE0E11291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B2D89EA-4E6C-91F0-6595-E52A9A57526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79276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4EA38E-A295-B81D-EF6D-40DB596908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A4748A-A91D-2DF8-DB21-B6BB3BE3E2E7}"/>
              </a:ext>
            </a:extLst>
          </p:cNvPr>
          <p:cNvSpPr/>
          <p:nvPr/>
        </p:nvSpPr>
        <p:spPr>
          <a:xfrm>
            <a:off x="15795814" y="9597089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Conversão: BOOK </a:t>
            </a:r>
            <a:r>
              <a:rPr lang="pt-BR" sz="3600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pt-BR" sz="3600" dirty="0">
                <a:solidFill>
                  <a:schemeClr val="tx1"/>
                </a:solidFill>
              </a:rPr>
              <a:t> XML 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</a:rPr>
              <a:t>Nós: HTTP</a:t>
            </a:r>
          </a:p>
          <a:p>
            <a:pPr algn="just"/>
            <a:endParaRPr lang="pt-BR" sz="36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979F50-D079-9CAE-2C7A-AB60101F8C3E}"/>
              </a:ext>
            </a:extLst>
          </p:cNvPr>
          <p:cNvSpPr/>
          <p:nvPr/>
        </p:nvSpPr>
        <p:spPr>
          <a:xfrm>
            <a:off x="15795814" y="8650940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ACE_Workshop_Sample_004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B1BB38-EEF3-4277-A4D6-3B01EE82A116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B625746-3C5C-C3C3-B08F-3A348351EEC0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CA7E688-B860-B397-D220-BE2E33CC6F22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446789-F49F-8722-9AE7-CF6CC3B85DBC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30032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15985CD4-D2F8-3DB1-6C36-346E10F3FC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3"/>
            <a:ext cx="21712514" cy="115963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739AF67-7181-6039-989C-649F1D589FC5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44EA38E-A295-B81D-EF6D-40DB596908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AD78A-3DD8-7E5C-6B1F-7E2599CFF194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39CBA04-0D32-8AFA-A22F-8C6F61725827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E9417E28-FDD6-8B5E-0502-E3130F41A870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3FBA5C21-6B5B-8193-7A3A-8410E74E7B32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40B5A3-63B2-975B-793E-03BC32C6B103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38613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570EC6B3-E829-60B0-802D-0DC9F1D0C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2"/>
            <a:ext cx="21712512" cy="115963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URL</a:t>
            </a:r>
            <a:endParaRPr lang="en-US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4A5442-B5F8-A5AE-1F46-117598615FA4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FAEE25E-E332-8D01-F12F-182F9A290325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F283D05-7D97-DB68-3438-34411F1DAD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EDEA86F-D600-09AA-D34C-2471F9C93326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EE588B6-1D29-31E2-5B3C-0BDAFBF2B745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1F64C16-4A7D-A18E-5996-76D301999D6D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0F9EFD1-8FF4-837B-8CE8-549918B0C0B4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B001595-FA83-383E-7359-C70B98051FC8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744934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screenshot of a computer&#10;&#10;Description automatically generated">
            <a:extLst>
              <a:ext uri="{FF2B5EF4-FFF2-40B4-BE49-F238E27FC236}">
                <a16:creationId xmlns:a16="http://schemas.microsoft.com/office/drawing/2014/main" id="{FB95E5BA-2A24-92E0-476A-7C03B8A12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1"/>
            <a:ext cx="21712512" cy="115963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Parser</a:t>
            </a:r>
            <a:endParaRPr lang="en-US" sz="4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A9FF3A-0A3D-CF2F-1A3C-463105A75FA6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D86428-4925-7918-D7F6-7A38E69D2CFE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FF1FFCF-520F-A3D7-11B1-1756BA6D0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CD935C-D5F5-5E86-E913-9AA5047A51D3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3314A5-4C4A-E259-E42A-91395FCA55D0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6819A56-C992-3EB9-2B62-4CF51B0E9958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80981D0-B907-C9CB-84A6-003333DB144C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ECA700-9AE2-1D23-F460-206DFAE0FA2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33942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41C51626-91A5-B629-8463-33AC0935D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4323"/>
            <a:ext cx="21716534" cy="11598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Parser</a:t>
            </a:r>
            <a:endParaRPr lang="en-US" sz="4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A9FF3A-0A3D-CF2F-1A3C-463105A75FA6}"/>
              </a:ext>
            </a:extLst>
          </p:cNvPr>
          <p:cNvSpPr/>
          <p:nvPr/>
        </p:nvSpPr>
        <p:spPr>
          <a:xfrm>
            <a:off x="7691718" y="10901082"/>
            <a:ext cx="5002306" cy="12957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D86428-4925-7918-D7F6-7A38E69D2CFE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FF1FFCF-520F-A3D7-11B1-1756BA6D0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CD935C-D5F5-5E86-E913-9AA5047A51D3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3314A5-4C4A-E259-E42A-91395FCA55D0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6819A56-C992-3EB9-2B62-4CF51B0E9958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80981D0-B907-C9CB-84A6-003333DB144C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ECA700-9AE2-1D23-F460-206DFAE0FA2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92D70746-05EF-F856-C288-95E4ED94E900}"/>
              </a:ext>
            </a:extLst>
          </p:cNvPr>
          <p:cNvSpPr/>
          <p:nvPr/>
        </p:nvSpPr>
        <p:spPr>
          <a:xfrm>
            <a:off x="13426026" y="5235563"/>
            <a:ext cx="6959715" cy="59252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1427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0324B092-1CBA-B120-3374-2E94837D1B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2" y="1974322"/>
            <a:ext cx="21722129" cy="116014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A9FF3A-0A3D-CF2F-1A3C-463105A75FA6}"/>
              </a:ext>
            </a:extLst>
          </p:cNvPr>
          <p:cNvSpPr/>
          <p:nvPr/>
        </p:nvSpPr>
        <p:spPr>
          <a:xfrm>
            <a:off x="1727159" y="7645996"/>
            <a:ext cx="2008094" cy="314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D86428-4925-7918-D7F6-7A38E69D2CFE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FF1FFCF-520F-A3D7-11B1-1756BA6D0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CD935C-D5F5-5E86-E913-9AA5047A51D3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3314A5-4C4A-E259-E42A-91395FCA55D0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6819A56-C992-3EB9-2B62-4CF51B0E9958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80981D0-B907-C9CB-84A6-003333DB144C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ECA700-9AE2-1D23-F460-206DFAE0FA2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C5D59C20-0903-9C81-AA5F-E32FB71C74A5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Msg</a:t>
            </a:r>
            <a:endParaRPr lang="en-US" sz="4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76465-C25A-0617-5CBD-B342CE84267A}"/>
              </a:ext>
            </a:extLst>
          </p:cNvPr>
          <p:cNvSpPr/>
          <p:nvPr/>
        </p:nvSpPr>
        <p:spPr>
          <a:xfrm>
            <a:off x="3968336" y="6839620"/>
            <a:ext cx="2008094" cy="314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124495-C6A7-66A8-4A0B-E4613A6A43B9}"/>
              </a:ext>
            </a:extLst>
          </p:cNvPr>
          <p:cNvSpPr/>
          <p:nvPr/>
        </p:nvSpPr>
        <p:spPr>
          <a:xfrm>
            <a:off x="7628907" y="7403947"/>
            <a:ext cx="2008094" cy="314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screenshot of a computer&#10;&#10;Description automatically generated">
            <a:extLst>
              <a:ext uri="{FF2B5EF4-FFF2-40B4-BE49-F238E27FC236}">
                <a16:creationId xmlns:a16="http://schemas.microsoft.com/office/drawing/2014/main" id="{A4F79EE9-FB95-01CD-D88D-7AE0D326B95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69" r="30512" b="18503"/>
          <a:stretch/>
        </p:blipFill>
        <p:spPr>
          <a:xfrm>
            <a:off x="9879108" y="1974321"/>
            <a:ext cx="8606119" cy="945478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4" name="Picture 23" descr="A screenshot of a computer&#10;&#10;Description automatically generated">
            <a:extLst>
              <a:ext uri="{FF2B5EF4-FFF2-40B4-BE49-F238E27FC236}">
                <a16:creationId xmlns:a16="http://schemas.microsoft.com/office/drawing/2014/main" id="{6A59F3DA-27AC-68AC-8E1F-4B237E6222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64" t="3691" r="30017" b="20041"/>
          <a:stretch/>
        </p:blipFill>
        <p:spPr>
          <a:xfrm>
            <a:off x="15437223" y="3384548"/>
            <a:ext cx="8606119" cy="884816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2092479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screenshot of a computer&#10;&#10;Description automatically generated">
            <a:extLst>
              <a:ext uri="{FF2B5EF4-FFF2-40B4-BE49-F238E27FC236}">
                <a16:creationId xmlns:a16="http://schemas.microsoft.com/office/drawing/2014/main" id="{BAC5FBE1-C35C-44D1-B01B-295EAC0D883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34" t="271" r="21680" b="8083"/>
          <a:stretch/>
        </p:blipFill>
        <p:spPr>
          <a:xfrm>
            <a:off x="648176" y="2033717"/>
            <a:ext cx="7977078" cy="808616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D86428-4925-7918-D7F6-7A38E69D2CFE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FF1FFCF-520F-A3D7-11B1-1756BA6D0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CD935C-D5F5-5E86-E913-9AA5047A51D3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3314A5-4C4A-E259-E42A-91395FCA55D0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6819A56-C992-3EB9-2B62-4CF51B0E9958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80981D0-B907-C9CB-84A6-003333DB144C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ECA700-9AE2-1D23-F460-206DFAE0FA2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C5D59C20-0903-9C81-AA5F-E32FB71C74A5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Msg</a:t>
            </a:r>
            <a:endParaRPr lang="en-US" sz="4000" dirty="0"/>
          </a:p>
        </p:txBody>
      </p:sp>
      <p:pic>
        <p:nvPicPr>
          <p:cNvPr id="26" name="Picture 25" descr="A screenshot of a computer&#10;&#10;Description automatically generated">
            <a:extLst>
              <a:ext uri="{FF2B5EF4-FFF2-40B4-BE49-F238E27FC236}">
                <a16:creationId xmlns:a16="http://schemas.microsoft.com/office/drawing/2014/main" id="{445D19AD-53F0-FB7F-672D-B369DDCAD9F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05" t="-239" r="21629" b="7349"/>
          <a:stretch/>
        </p:blipFill>
        <p:spPr>
          <a:xfrm>
            <a:off x="3525345" y="3694728"/>
            <a:ext cx="7351060" cy="755597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8" name="Picture 27" descr="A screenshot of a computer&#10;&#10;Description automatically generated">
            <a:extLst>
              <a:ext uri="{FF2B5EF4-FFF2-40B4-BE49-F238E27FC236}">
                <a16:creationId xmlns:a16="http://schemas.microsoft.com/office/drawing/2014/main" id="{CA6FB504-7760-8A15-62A4-0523B60E3AA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88" r="21747" b="7110"/>
          <a:stretch/>
        </p:blipFill>
        <p:spPr>
          <a:xfrm>
            <a:off x="5032619" y="5308037"/>
            <a:ext cx="7351061" cy="755597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0" name="Picture 29" descr="A screenshot of a computer&#10;&#10;Description automatically generated">
            <a:extLst>
              <a:ext uri="{FF2B5EF4-FFF2-40B4-BE49-F238E27FC236}">
                <a16:creationId xmlns:a16="http://schemas.microsoft.com/office/drawing/2014/main" id="{F93370D8-7E59-2824-B0BF-6C74FBE696F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88" r="21747" b="9553"/>
          <a:stretch/>
        </p:blipFill>
        <p:spPr>
          <a:xfrm>
            <a:off x="11223814" y="1728803"/>
            <a:ext cx="7351061" cy="735722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7" name="Picture 36" descr="A screenshot of a computer&#10;&#10;Description automatically generated">
            <a:extLst>
              <a:ext uri="{FF2B5EF4-FFF2-40B4-BE49-F238E27FC236}">
                <a16:creationId xmlns:a16="http://schemas.microsoft.com/office/drawing/2014/main" id="{439060A9-9BA2-1AE6-92E4-30215BA8CBC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78" r="21857" b="8297"/>
          <a:stretch/>
        </p:blipFill>
        <p:spPr>
          <a:xfrm>
            <a:off x="13844729" y="2876128"/>
            <a:ext cx="7351062" cy="7459462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9959906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A0DE200A-1A34-3CCC-5568-7756AD750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2" y="2030388"/>
            <a:ext cx="21722129" cy="116014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A9FF3A-0A3D-CF2F-1A3C-463105A75FA6}"/>
              </a:ext>
            </a:extLst>
          </p:cNvPr>
          <p:cNvSpPr/>
          <p:nvPr/>
        </p:nvSpPr>
        <p:spPr>
          <a:xfrm>
            <a:off x="1727159" y="5458608"/>
            <a:ext cx="2008094" cy="314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D86428-4925-7918-D7F6-7A38E69D2CFE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FF1FFCF-520F-A3D7-11B1-1756BA6D0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CD935C-D5F5-5E86-E913-9AA5047A51D3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3314A5-4C4A-E259-E42A-91395FCA55D0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6819A56-C992-3EB9-2B62-4CF51B0E9958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80981D0-B907-C9CB-84A6-003333DB144C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ECA700-9AE2-1D23-F460-206DFAE0FA2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C5D59C20-0903-9C81-AA5F-E32FB71C74A5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Msg</a:t>
            </a:r>
            <a:endParaRPr lang="en-US" sz="4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124495-C6A7-66A8-4A0B-E4613A6A43B9}"/>
              </a:ext>
            </a:extLst>
          </p:cNvPr>
          <p:cNvSpPr/>
          <p:nvPr/>
        </p:nvSpPr>
        <p:spPr>
          <a:xfrm>
            <a:off x="6042213" y="4883740"/>
            <a:ext cx="9753602" cy="2263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screenshot of a computer&#10;&#10;Description automatically generated">
            <a:extLst>
              <a:ext uri="{FF2B5EF4-FFF2-40B4-BE49-F238E27FC236}">
                <a16:creationId xmlns:a16="http://schemas.microsoft.com/office/drawing/2014/main" id="{1DA344FF-0491-E3DE-2838-31010184839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0" t="24797" r="33267" b="54924"/>
          <a:stretch/>
        </p:blipFill>
        <p:spPr>
          <a:xfrm>
            <a:off x="7153838" y="7446601"/>
            <a:ext cx="12953154" cy="3203469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2527049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screenshot of a computer&#10;&#10;Description automatically generated">
            <a:extLst>
              <a:ext uri="{FF2B5EF4-FFF2-40B4-BE49-F238E27FC236}">
                <a16:creationId xmlns:a16="http://schemas.microsoft.com/office/drawing/2014/main" id="{23633725-2A1E-6C13-0D13-044B31D16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2" y="2030387"/>
            <a:ext cx="21722129" cy="116014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11A390-8683-57B9-8CD5-25121461A05B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Msg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EC55FF-EB5C-2F63-9624-8533003C174A}"/>
              </a:ext>
            </a:extLst>
          </p:cNvPr>
          <p:cNvSpPr/>
          <p:nvPr/>
        </p:nvSpPr>
        <p:spPr>
          <a:xfrm>
            <a:off x="87854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Parser</a:t>
            </a:r>
            <a:endParaRPr lang="en-US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54AF43-2157-5CFA-85C4-9BDFDD18180D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6944BD-BF2D-F5F5-A331-0077B4397E54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49FB57B-D07E-2355-B2CC-504B60CBE5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A9C037A-DDC1-DE42-6D4F-F2419295F102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F2678D5-389B-8735-71B2-17A068173298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477B661-A620-F25D-86DB-326F719AFC7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C31646A-0FF6-1D6B-FCFB-8C3A81C0D20F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AFC550-9673-694C-DC36-E4DEDBBE4670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9EFB38C6-9DEB-ADF4-CC7A-0C87927A7835}"/>
              </a:ext>
            </a:extLst>
          </p:cNvPr>
          <p:cNvSpPr/>
          <p:nvPr/>
        </p:nvSpPr>
        <p:spPr>
          <a:xfrm>
            <a:off x="10793510" y="7046259"/>
            <a:ext cx="3478302" cy="1842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 screenshot of a computer&#10;&#10;Description automatically generated">
            <a:extLst>
              <a:ext uri="{FF2B5EF4-FFF2-40B4-BE49-F238E27FC236}">
                <a16:creationId xmlns:a16="http://schemas.microsoft.com/office/drawing/2014/main" id="{935F7817-9DB0-B30C-8C68-FE42B75A15C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23" t="67303" r="26338"/>
          <a:stretch/>
        </p:blipFill>
        <p:spPr>
          <a:xfrm>
            <a:off x="15173065" y="3759795"/>
            <a:ext cx="8032380" cy="2659716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870368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4A71BF54-3211-478D-27BC-69C524F80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2" y="2030386"/>
            <a:ext cx="21805025" cy="1164571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06CEC0-FBA5-C073-A39B-3A37309F967F}"/>
              </a:ext>
            </a:extLst>
          </p:cNvPr>
          <p:cNvSpPr/>
          <p:nvPr/>
        </p:nvSpPr>
        <p:spPr>
          <a:xfrm>
            <a:off x="109638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/>
              <a:t>Esql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11A390-8683-57B9-8CD5-25121461A05B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Msg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EC55FF-EB5C-2F63-9624-8533003C174A}"/>
              </a:ext>
            </a:extLst>
          </p:cNvPr>
          <p:cNvSpPr/>
          <p:nvPr/>
        </p:nvSpPr>
        <p:spPr>
          <a:xfrm>
            <a:off x="87854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54AF43-2157-5CFA-85C4-9BDFDD18180D}"/>
              </a:ext>
            </a:extLst>
          </p:cNvPr>
          <p:cNvSpPr/>
          <p:nvPr/>
        </p:nvSpPr>
        <p:spPr>
          <a:xfrm>
            <a:off x="6669740" y="5105399"/>
            <a:ext cx="11923059" cy="12416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6944BD-BF2D-F5F5-A331-0077B4397E54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49FB57B-D07E-2355-B2CC-504B60CBE5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A9C037A-DDC1-DE42-6D4F-F2419295F102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F2678D5-389B-8735-71B2-17A068173298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477B661-A620-F25D-86DB-326F719AFC7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C31646A-0FF6-1D6B-FCFB-8C3A81C0D20F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AFC550-9673-694C-DC36-E4DEDBBE4670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670868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11A390-8683-57B9-8CD5-25121461A05B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Msg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EC55FF-EB5C-2F63-9624-8533003C174A}"/>
              </a:ext>
            </a:extLst>
          </p:cNvPr>
          <p:cNvSpPr/>
          <p:nvPr/>
        </p:nvSpPr>
        <p:spPr>
          <a:xfrm>
            <a:off x="87854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6CEC0-FBA5-C073-A39B-3A37309F967F}"/>
              </a:ext>
            </a:extLst>
          </p:cNvPr>
          <p:cNvSpPr/>
          <p:nvPr/>
        </p:nvSpPr>
        <p:spPr>
          <a:xfrm>
            <a:off x="109638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Esql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34EAE8-98CC-0377-A3FB-5A1F170E13FC}"/>
              </a:ext>
            </a:extLst>
          </p:cNvPr>
          <p:cNvSpPr/>
          <p:nvPr/>
        </p:nvSpPr>
        <p:spPr>
          <a:xfrm>
            <a:off x="1314226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Teste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6944BD-BF2D-F5F5-A331-0077B4397E54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49FB57B-D07E-2355-B2CC-504B60CBE5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A9C037A-DDC1-DE42-6D4F-F2419295F102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F2678D5-389B-8735-71B2-17A068173298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477B661-A620-F25D-86DB-326F719AFC7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C31646A-0FF6-1D6B-FCFB-8C3A81C0D20F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AFC550-9673-694C-DC36-E4DEDBBE4670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586721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Integration</a:t>
            </a:r>
            <a:r>
              <a:rPr lang="pt-BR" dirty="0"/>
              <a:t> Service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7C6C9F-EB0E-1893-298E-5A87F56AEB7E}"/>
              </a:ext>
            </a:extLst>
          </p:cNvPr>
          <p:cNvSpPr/>
          <p:nvPr/>
        </p:nvSpPr>
        <p:spPr>
          <a:xfrm>
            <a:off x="15805386" y="8633011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570CA8-6A0D-3ED5-AAA4-01BD2A7E75BF}"/>
              </a:ext>
            </a:extLst>
          </p:cNvPr>
          <p:cNvSpPr/>
          <p:nvPr/>
        </p:nvSpPr>
        <p:spPr>
          <a:xfrm>
            <a:off x="15805386" y="9579160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WSDL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</a:rPr>
              <a:t>Nós: HTTP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1CEDD8B-6A3C-2BD1-8F4B-F078031423F5}"/>
              </a:ext>
            </a:extLst>
          </p:cNvPr>
          <p:cNvGrpSpPr/>
          <p:nvPr/>
        </p:nvGrpSpPr>
        <p:grpSpPr>
          <a:xfrm>
            <a:off x="16968413" y="11464960"/>
            <a:ext cx="7415587" cy="2195458"/>
            <a:chOff x="16968413" y="11429102"/>
            <a:chExt cx="7415587" cy="219545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AEB4334-F632-D888-11B7-01486AB84D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387" t="17150" r="54538" b="69326"/>
            <a:stretch/>
          </p:blipFill>
          <p:spPr>
            <a:xfrm>
              <a:off x="16968413" y="12191999"/>
              <a:ext cx="7117977" cy="11523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9A04CA2-B876-2C43-A4A8-7A2CBD83139A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4D27D060-6FDF-1043-B1E5-9B713EF68E81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02B19DB-35EC-C278-D308-9CA5520736FA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31FB5F7-B4A1-7C66-B906-1B3AC249E17D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477033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screenshot of a computer&#10;&#10;Description automatically generated">
            <a:extLst>
              <a:ext uri="{FF2B5EF4-FFF2-40B4-BE49-F238E27FC236}">
                <a16:creationId xmlns:a16="http://schemas.microsoft.com/office/drawing/2014/main" id="{616BFEED-60D2-0D9B-EB2B-8B9683D82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2" y="2030385"/>
            <a:ext cx="21795453" cy="116405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Integration</a:t>
            </a:r>
            <a:r>
              <a:rPr lang="pt-BR" dirty="0"/>
              <a:t> Service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C4A146-296F-AB5B-B1A7-BAB3B6BAF231}"/>
              </a:ext>
            </a:extLst>
          </p:cNvPr>
          <p:cNvSpPr/>
          <p:nvPr/>
        </p:nvSpPr>
        <p:spPr>
          <a:xfrm>
            <a:off x="89645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WSDL</a:t>
            </a:r>
            <a:endParaRPr lang="en-US" sz="40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1C6C2CA-48B3-2674-084B-7F121D0246A7}"/>
              </a:ext>
            </a:extLst>
          </p:cNvPr>
          <p:cNvGrpSpPr/>
          <p:nvPr/>
        </p:nvGrpSpPr>
        <p:grpSpPr>
          <a:xfrm>
            <a:off x="15805386" y="11294546"/>
            <a:ext cx="8578614" cy="2365872"/>
            <a:chOff x="15805386" y="11294546"/>
            <a:chExt cx="8578614" cy="236587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CD268EF-8E56-AFD1-B0DF-7960FE0670A6}"/>
                </a:ext>
              </a:extLst>
            </p:cNvPr>
            <p:cNvSpPr/>
            <p:nvPr/>
          </p:nvSpPr>
          <p:spPr>
            <a:xfrm>
              <a:off x="15805386" y="11294546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ACE_Workshop_Sample_005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04BBD52-E202-0333-5060-CB010119CC23}"/>
                </a:ext>
              </a:extLst>
            </p:cNvPr>
            <p:cNvGrpSpPr/>
            <p:nvPr/>
          </p:nvGrpSpPr>
          <p:grpSpPr>
            <a:xfrm>
              <a:off x="16968413" y="11464960"/>
              <a:ext cx="7415587" cy="2195458"/>
              <a:chOff x="16968413" y="11429102"/>
              <a:chExt cx="7415587" cy="2195458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97C2797C-D53B-3E6E-F2EF-C085C2FB8E9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2387" t="17150" r="54538" b="69326"/>
              <a:stretch/>
            </p:blipFill>
            <p:spPr>
              <a:xfrm>
                <a:off x="16968413" y="12191999"/>
                <a:ext cx="7117977" cy="115233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812ED90C-7CC0-D2C7-DE8B-1EE7900B681D}"/>
                  </a:ext>
                </a:extLst>
              </p:cNvPr>
              <p:cNvGrpSpPr/>
              <p:nvPr/>
            </p:nvGrpSpPr>
            <p:grpSpPr>
              <a:xfrm>
                <a:off x="22026890" y="11429102"/>
                <a:ext cx="2357110" cy="2195458"/>
                <a:chOff x="1180021" y="5876396"/>
                <a:chExt cx="2357110" cy="2195458"/>
              </a:xfrm>
            </p:grpSpPr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F86003C0-DC25-4231-7468-B6B455ADB738}"/>
                    </a:ext>
                  </a:extLst>
                </p:cNvPr>
                <p:cNvSpPr/>
                <p:nvPr/>
              </p:nvSpPr>
              <p:spPr>
                <a:xfrm>
                  <a:off x="1809972" y="5876396"/>
                  <a:ext cx="1200956" cy="1434912"/>
                </a:xfrm>
                <a:custGeom>
                  <a:avLst/>
                  <a:gdLst>
                    <a:gd name="connsiteX0" fmla="*/ 351353 w 493883"/>
                    <a:gd name="connsiteY0" fmla="*/ 334114 h 579570"/>
                    <a:gd name="connsiteX1" fmla="*/ 435614 w 493883"/>
                    <a:gd name="connsiteY1" fmla="*/ 377344 h 579570"/>
                    <a:gd name="connsiteX2" fmla="*/ 451733 w 493883"/>
                    <a:gd name="connsiteY2" fmla="*/ 410316 h 579570"/>
                    <a:gd name="connsiteX3" fmla="*/ 464922 w 493883"/>
                    <a:gd name="connsiteY3" fmla="*/ 523885 h 579570"/>
                    <a:gd name="connsiteX4" fmla="*/ 459060 w 493883"/>
                    <a:gd name="connsiteY4" fmla="*/ 537074 h 579570"/>
                    <a:gd name="connsiteX5" fmla="*/ 459060 w 493883"/>
                    <a:gd name="connsiteY5" fmla="*/ 537074 h 579570"/>
                    <a:gd name="connsiteX6" fmla="*/ 419494 w 493883"/>
                    <a:gd name="connsiteY6" fmla="*/ 556124 h 579570"/>
                    <a:gd name="connsiteX7" fmla="*/ 419494 w 493883"/>
                    <a:gd name="connsiteY7" fmla="*/ 579571 h 579570"/>
                    <a:gd name="connsiteX8" fmla="*/ 439277 w 493883"/>
                    <a:gd name="connsiteY8" fmla="*/ 579571 h 579570"/>
                    <a:gd name="connsiteX9" fmla="*/ 475180 w 493883"/>
                    <a:gd name="connsiteY9" fmla="*/ 561253 h 579570"/>
                    <a:gd name="connsiteX10" fmla="*/ 475180 w 493883"/>
                    <a:gd name="connsiteY10" fmla="*/ 561253 h 579570"/>
                    <a:gd name="connsiteX11" fmla="*/ 493498 w 493883"/>
                    <a:gd name="connsiteY11" fmla="*/ 520221 h 579570"/>
                    <a:gd name="connsiteX12" fmla="*/ 481774 w 493883"/>
                    <a:gd name="connsiteY12" fmla="*/ 409583 h 579570"/>
                    <a:gd name="connsiteX13" fmla="*/ 454664 w 493883"/>
                    <a:gd name="connsiteY13" fmla="*/ 355363 h 579570"/>
                    <a:gd name="connsiteX14" fmla="*/ 361610 w 493883"/>
                    <a:gd name="connsiteY14" fmla="*/ 307004 h 579570"/>
                    <a:gd name="connsiteX15" fmla="*/ 325708 w 493883"/>
                    <a:gd name="connsiteY15" fmla="*/ 292350 h 579570"/>
                    <a:gd name="connsiteX16" fmla="*/ 321312 w 493883"/>
                    <a:gd name="connsiteY16" fmla="*/ 285755 h 579570"/>
                    <a:gd name="connsiteX17" fmla="*/ 321312 w 493883"/>
                    <a:gd name="connsiteY17" fmla="*/ 268170 h 579570"/>
                    <a:gd name="connsiteX18" fmla="*/ 365274 w 493883"/>
                    <a:gd name="connsiteY18" fmla="*/ 176582 h 579570"/>
                    <a:gd name="connsiteX19" fmla="*/ 365274 w 493883"/>
                    <a:gd name="connsiteY19" fmla="*/ 150205 h 579570"/>
                    <a:gd name="connsiteX20" fmla="*/ 379928 w 493883"/>
                    <a:gd name="connsiteY20" fmla="*/ 154601 h 579570"/>
                    <a:gd name="connsiteX21" fmla="*/ 367472 w 493883"/>
                    <a:gd name="connsiteY21" fmla="*/ 117966 h 579570"/>
                    <a:gd name="connsiteX22" fmla="*/ 363809 w 493883"/>
                    <a:gd name="connsiteY22" fmla="*/ 102579 h 579570"/>
                    <a:gd name="connsiteX23" fmla="*/ 298598 w 493883"/>
                    <a:gd name="connsiteY23" fmla="*/ 13189 h 579570"/>
                    <a:gd name="connsiteX24" fmla="*/ 289073 w 493883"/>
                    <a:gd name="connsiteY24" fmla="*/ 13921 h 579570"/>
                    <a:gd name="connsiteX25" fmla="*/ 282478 w 493883"/>
                    <a:gd name="connsiteY25" fmla="*/ 19050 h 579570"/>
                    <a:gd name="connsiteX26" fmla="*/ 275151 w 493883"/>
                    <a:gd name="connsiteY26" fmla="*/ 8792 h 579570"/>
                    <a:gd name="connsiteX27" fmla="*/ 266359 w 493883"/>
                    <a:gd name="connsiteY27" fmla="*/ 2198 h 579570"/>
                    <a:gd name="connsiteX28" fmla="*/ 246576 w 493883"/>
                    <a:gd name="connsiteY28" fmla="*/ 0 h 579570"/>
                    <a:gd name="connsiteX29" fmla="*/ 130075 w 493883"/>
                    <a:gd name="connsiteY29" fmla="*/ 104777 h 579570"/>
                    <a:gd name="connsiteX30" fmla="*/ 130075 w 493883"/>
                    <a:gd name="connsiteY30" fmla="*/ 109906 h 579570"/>
                    <a:gd name="connsiteX31" fmla="*/ 130075 w 493883"/>
                    <a:gd name="connsiteY31" fmla="*/ 109906 h 579570"/>
                    <a:gd name="connsiteX32" fmla="*/ 130075 w 493883"/>
                    <a:gd name="connsiteY32" fmla="*/ 122362 h 579570"/>
                    <a:gd name="connsiteX33" fmla="*/ 120550 w 493883"/>
                    <a:gd name="connsiteY33" fmla="*/ 168522 h 579570"/>
                    <a:gd name="connsiteX34" fmla="*/ 108094 w 493883"/>
                    <a:gd name="connsiteY34" fmla="*/ 197831 h 579570"/>
                    <a:gd name="connsiteX35" fmla="*/ 131541 w 493883"/>
                    <a:gd name="connsiteY35" fmla="*/ 191236 h 579570"/>
                    <a:gd name="connsiteX36" fmla="*/ 174038 w 493883"/>
                    <a:gd name="connsiteY36" fmla="*/ 266705 h 579570"/>
                    <a:gd name="connsiteX37" fmla="*/ 174038 w 493883"/>
                    <a:gd name="connsiteY37" fmla="*/ 285023 h 579570"/>
                    <a:gd name="connsiteX38" fmla="*/ 169641 w 493883"/>
                    <a:gd name="connsiteY38" fmla="*/ 291617 h 579570"/>
                    <a:gd name="connsiteX39" fmla="*/ 133739 w 493883"/>
                    <a:gd name="connsiteY39" fmla="*/ 306271 h 579570"/>
                    <a:gd name="connsiteX40" fmla="*/ 40685 w 493883"/>
                    <a:gd name="connsiteY40" fmla="*/ 354630 h 579570"/>
                    <a:gd name="connsiteX41" fmla="*/ 12842 w 493883"/>
                    <a:gd name="connsiteY41" fmla="*/ 408850 h 579570"/>
                    <a:gd name="connsiteX42" fmla="*/ 386 w 493883"/>
                    <a:gd name="connsiteY42" fmla="*/ 520221 h 579570"/>
                    <a:gd name="connsiteX43" fmla="*/ 18704 w 493883"/>
                    <a:gd name="connsiteY43" fmla="*/ 561253 h 579570"/>
                    <a:gd name="connsiteX44" fmla="*/ 54607 w 493883"/>
                    <a:gd name="connsiteY44" fmla="*/ 579571 h 579570"/>
                    <a:gd name="connsiteX45" fmla="*/ 75122 w 493883"/>
                    <a:gd name="connsiteY45" fmla="*/ 579571 h 579570"/>
                    <a:gd name="connsiteX46" fmla="*/ 75122 w 493883"/>
                    <a:gd name="connsiteY46" fmla="*/ 556857 h 579570"/>
                    <a:gd name="connsiteX47" fmla="*/ 35556 w 493883"/>
                    <a:gd name="connsiteY47" fmla="*/ 537806 h 579570"/>
                    <a:gd name="connsiteX48" fmla="*/ 29695 w 493883"/>
                    <a:gd name="connsiteY48" fmla="*/ 524618 h 579570"/>
                    <a:gd name="connsiteX49" fmla="*/ 42151 w 493883"/>
                    <a:gd name="connsiteY49" fmla="*/ 411781 h 579570"/>
                    <a:gd name="connsiteX50" fmla="*/ 42151 w 493883"/>
                    <a:gd name="connsiteY50" fmla="*/ 410316 h 579570"/>
                    <a:gd name="connsiteX51" fmla="*/ 59003 w 493883"/>
                    <a:gd name="connsiteY51" fmla="*/ 377344 h 579570"/>
                    <a:gd name="connsiteX52" fmla="*/ 143264 w 493883"/>
                    <a:gd name="connsiteY52" fmla="*/ 334114 h 579570"/>
                    <a:gd name="connsiteX53" fmla="*/ 154987 w 493883"/>
                    <a:gd name="connsiteY53" fmla="*/ 330451 h 579570"/>
                    <a:gd name="connsiteX54" fmla="*/ 247308 w 493883"/>
                    <a:gd name="connsiteY54" fmla="*/ 351699 h 579570"/>
                    <a:gd name="connsiteX55" fmla="*/ 340362 w 493883"/>
                    <a:gd name="connsiteY55" fmla="*/ 330451 h 579570"/>
                    <a:gd name="connsiteX56" fmla="*/ 351353 w 493883"/>
                    <a:gd name="connsiteY56" fmla="*/ 334114 h 579570"/>
                    <a:gd name="connsiteX57" fmla="*/ 159384 w 493883"/>
                    <a:gd name="connsiteY57" fmla="*/ 182444 h 579570"/>
                    <a:gd name="connsiteX58" fmla="*/ 313252 w 493883"/>
                    <a:gd name="connsiteY58" fmla="*/ 95252 h 579570"/>
                    <a:gd name="connsiteX59" fmla="*/ 335233 w 493883"/>
                    <a:gd name="connsiteY59" fmla="*/ 124560 h 579570"/>
                    <a:gd name="connsiteX60" fmla="*/ 335233 w 493883"/>
                    <a:gd name="connsiteY60" fmla="*/ 175850 h 579570"/>
                    <a:gd name="connsiteX61" fmla="*/ 247308 w 493883"/>
                    <a:gd name="connsiteY61" fmla="*/ 263774 h 579570"/>
                    <a:gd name="connsiteX62" fmla="*/ 159384 w 493883"/>
                    <a:gd name="connsiteY62" fmla="*/ 182444 h 579570"/>
                    <a:gd name="connsiteX63" fmla="*/ 188692 w 493883"/>
                    <a:gd name="connsiteY63" fmla="*/ 314331 h 579570"/>
                    <a:gd name="connsiteX64" fmla="*/ 203346 w 493883"/>
                    <a:gd name="connsiteY64" fmla="*/ 285023 h 579570"/>
                    <a:gd name="connsiteX65" fmla="*/ 203346 w 493883"/>
                    <a:gd name="connsiteY65" fmla="*/ 284290 h 579570"/>
                    <a:gd name="connsiteX66" fmla="*/ 291271 w 493883"/>
                    <a:gd name="connsiteY66" fmla="*/ 284290 h 579570"/>
                    <a:gd name="connsiteX67" fmla="*/ 291271 w 493883"/>
                    <a:gd name="connsiteY67" fmla="*/ 285023 h 579570"/>
                    <a:gd name="connsiteX68" fmla="*/ 305192 w 493883"/>
                    <a:gd name="connsiteY68" fmla="*/ 314331 h 579570"/>
                    <a:gd name="connsiteX69" fmla="*/ 246576 w 493883"/>
                    <a:gd name="connsiteY69" fmla="*/ 322391 h 579570"/>
                    <a:gd name="connsiteX70" fmla="*/ 188692 w 493883"/>
                    <a:gd name="connsiteY70" fmla="*/ 314331 h 5795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493883" h="579570">
                      <a:moveTo>
                        <a:pt x="351353" y="334114"/>
                      </a:moveTo>
                      <a:cubicBezTo>
                        <a:pt x="382126" y="345105"/>
                        <a:pt x="411434" y="357561"/>
                        <a:pt x="435614" y="377344"/>
                      </a:cubicBezTo>
                      <a:cubicBezTo>
                        <a:pt x="445872" y="385403"/>
                        <a:pt x="451733" y="397127"/>
                        <a:pt x="451733" y="410316"/>
                      </a:cubicBezTo>
                      <a:lnTo>
                        <a:pt x="464922" y="523885"/>
                      </a:lnTo>
                      <a:cubicBezTo>
                        <a:pt x="465655" y="529014"/>
                        <a:pt x="463457" y="534143"/>
                        <a:pt x="459060" y="537074"/>
                      </a:cubicBezTo>
                      <a:lnTo>
                        <a:pt x="459060" y="537074"/>
                      </a:lnTo>
                      <a:cubicBezTo>
                        <a:pt x="446604" y="545133"/>
                        <a:pt x="433416" y="551728"/>
                        <a:pt x="419494" y="556124"/>
                      </a:cubicBezTo>
                      <a:lnTo>
                        <a:pt x="419494" y="579571"/>
                      </a:lnTo>
                      <a:lnTo>
                        <a:pt x="439277" y="579571"/>
                      </a:lnTo>
                      <a:cubicBezTo>
                        <a:pt x="451733" y="574442"/>
                        <a:pt x="464189" y="568580"/>
                        <a:pt x="475180" y="561253"/>
                      </a:cubicBezTo>
                      <a:lnTo>
                        <a:pt x="475180" y="561253"/>
                      </a:lnTo>
                      <a:cubicBezTo>
                        <a:pt x="488369" y="552461"/>
                        <a:pt x="495696" y="536341"/>
                        <a:pt x="493498" y="520221"/>
                      </a:cubicBezTo>
                      <a:lnTo>
                        <a:pt x="481774" y="409583"/>
                      </a:lnTo>
                      <a:cubicBezTo>
                        <a:pt x="481042" y="388334"/>
                        <a:pt x="471516" y="368551"/>
                        <a:pt x="454664" y="355363"/>
                      </a:cubicBezTo>
                      <a:cubicBezTo>
                        <a:pt x="427554" y="332649"/>
                        <a:pt x="395315" y="318727"/>
                        <a:pt x="361610" y="307004"/>
                      </a:cubicBezTo>
                      <a:lnTo>
                        <a:pt x="325708" y="292350"/>
                      </a:lnTo>
                      <a:cubicBezTo>
                        <a:pt x="322777" y="290884"/>
                        <a:pt x="321312" y="288686"/>
                        <a:pt x="321312" y="285755"/>
                      </a:cubicBezTo>
                      <a:lnTo>
                        <a:pt x="321312" y="268170"/>
                      </a:lnTo>
                      <a:cubicBezTo>
                        <a:pt x="349154" y="246189"/>
                        <a:pt x="365274" y="212485"/>
                        <a:pt x="365274" y="176582"/>
                      </a:cubicBezTo>
                      <a:lnTo>
                        <a:pt x="365274" y="150205"/>
                      </a:lnTo>
                      <a:cubicBezTo>
                        <a:pt x="369670" y="153136"/>
                        <a:pt x="374799" y="153868"/>
                        <a:pt x="379928" y="154601"/>
                      </a:cubicBezTo>
                      <a:lnTo>
                        <a:pt x="367472" y="117966"/>
                      </a:lnTo>
                      <a:cubicBezTo>
                        <a:pt x="366007" y="112837"/>
                        <a:pt x="364541" y="107708"/>
                        <a:pt x="363809" y="102579"/>
                      </a:cubicBezTo>
                      <a:cubicBezTo>
                        <a:pt x="357947" y="60815"/>
                        <a:pt x="333035" y="31506"/>
                        <a:pt x="298598" y="13189"/>
                      </a:cubicBezTo>
                      <a:cubicBezTo>
                        <a:pt x="295667" y="11723"/>
                        <a:pt x="292003" y="11723"/>
                        <a:pt x="289073" y="13921"/>
                      </a:cubicBezTo>
                      <a:lnTo>
                        <a:pt x="282478" y="19050"/>
                      </a:lnTo>
                      <a:lnTo>
                        <a:pt x="275151" y="8792"/>
                      </a:lnTo>
                      <a:cubicBezTo>
                        <a:pt x="272953" y="5862"/>
                        <a:pt x="270022" y="2931"/>
                        <a:pt x="266359" y="2198"/>
                      </a:cubicBezTo>
                      <a:cubicBezTo>
                        <a:pt x="259764" y="733"/>
                        <a:pt x="253170" y="0"/>
                        <a:pt x="246576" y="0"/>
                      </a:cubicBezTo>
                      <a:cubicBezTo>
                        <a:pt x="188692" y="0"/>
                        <a:pt x="140333" y="45428"/>
                        <a:pt x="130075" y="104777"/>
                      </a:cubicBezTo>
                      <a:lnTo>
                        <a:pt x="130075" y="109906"/>
                      </a:lnTo>
                      <a:lnTo>
                        <a:pt x="130075" y="109906"/>
                      </a:lnTo>
                      <a:lnTo>
                        <a:pt x="130075" y="122362"/>
                      </a:lnTo>
                      <a:cubicBezTo>
                        <a:pt x="130075" y="138481"/>
                        <a:pt x="127144" y="153868"/>
                        <a:pt x="120550" y="168522"/>
                      </a:cubicBezTo>
                      <a:lnTo>
                        <a:pt x="108094" y="197831"/>
                      </a:lnTo>
                      <a:cubicBezTo>
                        <a:pt x="108094" y="197831"/>
                        <a:pt x="116887" y="195633"/>
                        <a:pt x="131541" y="191236"/>
                      </a:cubicBezTo>
                      <a:cubicBezTo>
                        <a:pt x="135204" y="221277"/>
                        <a:pt x="150591" y="248387"/>
                        <a:pt x="174038" y="266705"/>
                      </a:cubicBezTo>
                      <a:lnTo>
                        <a:pt x="174038" y="285023"/>
                      </a:lnTo>
                      <a:cubicBezTo>
                        <a:pt x="174038" y="287954"/>
                        <a:pt x="172572" y="290884"/>
                        <a:pt x="169641" y="291617"/>
                      </a:cubicBezTo>
                      <a:lnTo>
                        <a:pt x="133739" y="306271"/>
                      </a:lnTo>
                      <a:cubicBezTo>
                        <a:pt x="100034" y="317995"/>
                        <a:pt x="67795" y="331916"/>
                        <a:pt x="40685" y="354630"/>
                      </a:cubicBezTo>
                      <a:cubicBezTo>
                        <a:pt x="23833" y="367819"/>
                        <a:pt x="13575" y="387602"/>
                        <a:pt x="12842" y="408850"/>
                      </a:cubicBezTo>
                      <a:lnTo>
                        <a:pt x="386" y="520221"/>
                      </a:lnTo>
                      <a:cubicBezTo>
                        <a:pt x="-1812" y="536341"/>
                        <a:pt x="5515" y="552461"/>
                        <a:pt x="18704" y="561253"/>
                      </a:cubicBezTo>
                      <a:cubicBezTo>
                        <a:pt x="29695" y="568580"/>
                        <a:pt x="42151" y="574442"/>
                        <a:pt x="54607" y="579571"/>
                      </a:cubicBezTo>
                      <a:lnTo>
                        <a:pt x="75122" y="579571"/>
                      </a:lnTo>
                      <a:lnTo>
                        <a:pt x="75122" y="556857"/>
                      </a:lnTo>
                      <a:cubicBezTo>
                        <a:pt x="61201" y="551728"/>
                        <a:pt x="48012" y="545866"/>
                        <a:pt x="35556" y="537806"/>
                      </a:cubicBezTo>
                      <a:cubicBezTo>
                        <a:pt x="31160" y="534876"/>
                        <a:pt x="28962" y="529747"/>
                        <a:pt x="29695" y="524618"/>
                      </a:cubicBezTo>
                      <a:lnTo>
                        <a:pt x="42151" y="411781"/>
                      </a:lnTo>
                      <a:lnTo>
                        <a:pt x="42151" y="410316"/>
                      </a:lnTo>
                      <a:cubicBezTo>
                        <a:pt x="42151" y="397127"/>
                        <a:pt x="48745" y="385403"/>
                        <a:pt x="59003" y="377344"/>
                      </a:cubicBezTo>
                      <a:cubicBezTo>
                        <a:pt x="83182" y="357561"/>
                        <a:pt x="112490" y="345105"/>
                        <a:pt x="143264" y="334114"/>
                      </a:cubicBezTo>
                      <a:lnTo>
                        <a:pt x="154987" y="330451"/>
                      </a:lnTo>
                      <a:cubicBezTo>
                        <a:pt x="176236" y="343639"/>
                        <a:pt x="209940" y="351699"/>
                        <a:pt x="247308" y="351699"/>
                      </a:cubicBezTo>
                      <a:cubicBezTo>
                        <a:pt x="284676" y="351699"/>
                        <a:pt x="318381" y="343639"/>
                        <a:pt x="340362" y="330451"/>
                      </a:cubicBezTo>
                      <a:lnTo>
                        <a:pt x="351353" y="334114"/>
                      </a:lnTo>
                      <a:close/>
                      <a:moveTo>
                        <a:pt x="159384" y="182444"/>
                      </a:moveTo>
                      <a:cubicBezTo>
                        <a:pt x="209208" y="165592"/>
                        <a:pt x="281013" y="136283"/>
                        <a:pt x="313252" y="95252"/>
                      </a:cubicBezTo>
                      <a:cubicBezTo>
                        <a:pt x="319846" y="105510"/>
                        <a:pt x="327173" y="115035"/>
                        <a:pt x="335233" y="124560"/>
                      </a:cubicBezTo>
                      <a:lnTo>
                        <a:pt x="335233" y="175850"/>
                      </a:lnTo>
                      <a:cubicBezTo>
                        <a:pt x="335233" y="224208"/>
                        <a:pt x="295667" y="263774"/>
                        <a:pt x="247308" y="263774"/>
                      </a:cubicBezTo>
                      <a:cubicBezTo>
                        <a:pt x="201148" y="263774"/>
                        <a:pt x="163047" y="228604"/>
                        <a:pt x="159384" y="182444"/>
                      </a:cubicBezTo>
                      <a:close/>
                      <a:moveTo>
                        <a:pt x="188692" y="314331"/>
                      </a:moveTo>
                      <a:cubicBezTo>
                        <a:pt x="197484" y="307737"/>
                        <a:pt x="203346" y="296746"/>
                        <a:pt x="203346" y="285023"/>
                      </a:cubicBezTo>
                      <a:lnTo>
                        <a:pt x="203346" y="284290"/>
                      </a:lnTo>
                      <a:cubicBezTo>
                        <a:pt x="231189" y="296013"/>
                        <a:pt x="263428" y="296013"/>
                        <a:pt x="291271" y="284290"/>
                      </a:cubicBezTo>
                      <a:lnTo>
                        <a:pt x="291271" y="285023"/>
                      </a:lnTo>
                      <a:cubicBezTo>
                        <a:pt x="291271" y="296013"/>
                        <a:pt x="296400" y="307004"/>
                        <a:pt x="305192" y="314331"/>
                      </a:cubicBezTo>
                      <a:cubicBezTo>
                        <a:pt x="286142" y="320193"/>
                        <a:pt x="266359" y="323123"/>
                        <a:pt x="246576" y="322391"/>
                      </a:cubicBezTo>
                      <a:cubicBezTo>
                        <a:pt x="227525" y="322391"/>
                        <a:pt x="207742" y="319460"/>
                        <a:pt x="188692" y="31433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88F46389-CB06-8BC0-3C14-80E8CFD3E728}"/>
                    </a:ext>
                  </a:extLst>
                </p:cNvPr>
                <p:cNvSpPr/>
                <p:nvPr/>
              </p:nvSpPr>
              <p:spPr>
                <a:xfrm>
                  <a:off x="1892868" y="6830160"/>
                  <a:ext cx="1038724" cy="565984"/>
                </a:xfrm>
                <a:custGeom>
                  <a:avLst/>
                  <a:gdLst>
                    <a:gd name="connsiteX0" fmla="*/ 371482 w 427167"/>
                    <a:gd name="connsiteY0" fmla="*/ 18318 h 228604"/>
                    <a:gd name="connsiteX1" fmla="*/ 353164 w 427167"/>
                    <a:gd name="connsiteY1" fmla="*/ 0 h 228604"/>
                    <a:gd name="connsiteX2" fmla="*/ 353164 w 427167"/>
                    <a:gd name="connsiteY2" fmla="*/ 0 h 228604"/>
                    <a:gd name="connsiteX3" fmla="*/ 74003 w 427167"/>
                    <a:gd name="connsiteY3" fmla="*/ 0 h 228604"/>
                    <a:gd name="connsiteX4" fmla="*/ 55686 w 427167"/>
                    <a:gd name="connsiteY4" fmla="*/ 18318 h 228604"/>
                    <a:gd name="connsiteX5" fmla="*/ 55686 w 427167"/>
                    <a:gd name="connsiteY5" fmla="*/ 18318 h 228604"/>
                    <a:gd name="connsiteX6" fmla="*/ 55686 w 427167"/>
                    <a:gd name="connsiteY6" fmla="*/ 200762 h 228604"/>
                    <a:gd name="connsiteX7" fmla="*/ 0 w 427167"/>
                    <a:gd name="connsiteY7" fmla="*/ 200762 h 228604"/>
                    <a:gd name="connsiteX8" fmla="*/ 0 w 427167"/>
                    <a:gd name="connsiteY8" fmla="*/ 210287 h 228604"/>
                    <a:gd name="connsiteX9" fmla="*/ 18318 w 427167"/>
                    <a:gd name="connsiteY9" fmla="*/ 228604 h 228604"/>
                    <a:gd name="connsiteX10" fmla="*/ 408850 w 427167"/>
                    <a:gd name="connsiteY10" fmla="*/ 228604 h 228604"/>
                    <a:gd name="connsiteX11" fmla="*/ 427168 w 427167"/>
                    <a:gd name="connsiteY11" fmla="*/ 210287 h 228604"/>
                    <a:gd name="connsiteX12" fmla="*/ 427168 w 427167"/>
                    <a:gd name="connsiteY12" fmla="*/ 200762 h 228604"/>
                    <a:gd name="connsiteX13" fmla="*/ 371482 w 427167"/>
                    <a:gd name="connsiteY13" fmla="*/ 200762 h 228604"/>
                    <a:gd name="connsiteX14" fmla="*/ 371482 w 427167"/>
                    <a:gd name="connsiteY14" fmla="*/ 18318 h 228604"/>
                    <a:gd name="connsiteX15" fmla="*/ 175117 w 427167"/>
                    <a:gd name="connsiteY15" fmla="*/ 139214 h 228604"/>
                    <a:gd name="connsiteX16" fmla="*/ 164859 w 427167"/>
                    <a:gd name="connsiteY16" fmla="*/ 149472 h 228604"/>
                    <a:gd name="connsiteX17" fmla="*/ 123827 w 427167"/>
                    <a:gd name="connsiteY17" fmla="*/ 108441 h 228604"/>
                    <a:gd name="connsiteX18" fmla="*/ 164859 w 427167"/>
                    <a:gd name="connsiteY18" fmla="*/ 67409 h 228604"/>
                    <a:gd name="connsiteX19" fmla="*/ 175117 w 427167"/>
                    <a:gd name="connsiteY19" fmla="*/ 77667 h 228604"/>
                    <a:gd name="connsiteX20" fmla="*/ 144343 w 427167"/>
                    <a:gd name="connsiteY20" fmla="*/ 108441 h 228604"/>
                    <a:gd name="connsiteX21" fmla="*/ 175117 w 427167"/>
                    <a:gd name="connsiteY21" fmla="*/ 139214 h 228604"/>
                    <a:gd name="connsiteX22" fmla="*/ 202960 w 427167"/>
                    <a:gd name="connsiteY22" fmla="*/ 154601 h 228604"/>
                    <a:gd name="connsiteX23" fmla="*/ 189771 w 427167"/>
                    <a:gd name="connsiteY23" fmla="*/ 148739 h 228604"/>
                    <a:gd name="connsiteX24" fmla="*/ 224208 w 427167"/>
                    <a:gd name="connsiteY24" fmla="*/ 65944 h 228604"/>
                    <a:gd name="connsiteX25" fmla="*/ 237397 w 427167"/>
                    <a:gd name="connsiteY25" fmla="*/ 71805 h 228604"/>
                    <a:gd name="connsiteX26" fmla="*/ 202960 w 427167"/>
                    <a:gd name="connsiteY26" fmla="*/ 154601 h 228604"/>
                    <a:gd name="connsiteX27" fmla="*/ 261576 w 427167"/>
                    <a:gd name="connsiteY27" fmla="*/ 150205 h 228604"/>
                    <a:gd name="connsiteX28" fmla="*/ 251318 w 427167"/>
                    <a:gd name="connsiteY28" fmla="*/ 139947 h 228604"/>
                    <a:gd name="connsiteX29" fmla="*/ 282092 w 427167"/>
                    <a:gd name="connsiteY29" fmla="*/ 109173 h 228604"/>
                    <a:gd name="connsiteX30" fmla="*/ 251318 w 427167"/>
                    <a:gd name="connsiteY30" fmla="*/ 78400 h 228604"/>
                    <a:gd name="connsiteX31" fmla="*/ 261576 w 427167"/>
                    <a:gd name="connsiteY31" fmla="*/ 68142 h 228604"/>
                    <a:gd name="connsiteX32" fmla="*/ 302608 w 427167"/>
                    <a:gd name="connsiteY32" fmla="*/ 109173 h 228604"/>
                    <a:gd name="connsiteX33" fmla="*/ 261576 w 427167"/>
                    <a:gd name="connsiteY33" fmla="*/ 150205 h 2286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427167" h="228604">
                      <a:moveTo>
                        <a:pt x="371482" y="18318"/>
                      </a:moveTo>
                      <a:cubicBezTo>
                        <a:pt x="371482" y="8060"/>
                        <a:pt x="363422" y="0"/>
                        <a:pt x="353164" y="0"/>
                      </a:cubicBezTo>
                      <a:lnTo>
                        <a:pt x="353164" y="0"/>
                      </a:lnTo>
                      <a:lnTo>
                        <a:pt x="74003" y="0"/>
                      </a:lnTo>
                      <a:cubicBezTo>
                        <a:pt x="63745" y="0"/>
                        <a:pt x="55686" y="8060"/>
                        <a:pt x="55686" y="18318"/>
                      </a:cubicBezTo>
                      <a:lnTo>
                        <a:pt x="55686" y="18318"/>
                      </a:lnTo>
                      <a:lnTo>
                        <a:pt x="55686" y="200762"/>
                      </a:lnTo>
                      <a:lnTo>
                        <a:pt x="0" y="200762"/>
                      </a:lnTo>
                      <a:lnTo>
                        <a:pt x="0" y="210287"/>
                      </a:lnTo>
                      <a:cubicBezTo>
                        <a:pt x="0" y="220545"/>
                        <a:pt x="8060" y="228604"/>
                        <a:pt x="18318" y="228604"/>
                      </a:cubicBezTo>
                      <a:lnTo>
                        <a:pt x="408850" y="228604"/>
                      </a:lnTo>
                      <a:cubicBezTo>
                        <a:pt x="419108" y="228604"/>
                        <a:pt x="427168" y="220545"/>
                        <a:pt x="427168" y="210287"/>
                      </a:cubicBezTo>
                      <a:lnTo>
                        <a:pt x="427168" y="200762"/>
                      </a:lnTo>
                      <a:lnTo>
                        <a:pt x="371482" y="200762"/>
                      </a:lnTo>
                      <a:lnTo>
                        <a:pt x="371482" y="18318"/>
                      </a:lnTo>
                      <a:close/>
                      <a:moveTo>
                        <a:pt x="175117" y="139214"/>
                      </a:moveTo>
                      <a:lnTo>
                        <a:pt x="164859" y="149472"/>
                      </a:lnTo>
                      <a:lnTo>
                        <a:pt x="123827" y="108441"/>
                      </a:lnTo>
                      <a:lnTo>
                        <a:pt x="164859" y="67409"/>
                      </a:lnTo>
                      <a:lnTo>
                        <a:pt x="175117" y="77667"/>
                      </a:lnTo>
                      <a:lnTo>
                        <a:pt x="144343" y="108441"/>
                      </a:lnTo>
                      <a:lnTo>
                        <a:pt x="175117" y="139214"/>
                      </a:lnTo>
                      <a:close/>
                      <a:moveTo>
                        <a:pt x="202960" y="154601"/>
                      </a:moveTo>
                      <a:lnTo>
                        <a:pt x="189771" y="148739"/>
                      </a:lnTo>
                      <a:lnTo>
                        <a:pt x="224208" y="65944"/>
                      </a:lnTo>
                      <a:lnTo>
                        <a:pt x="237397" y="71805"/>
                      </a:lnTo>
                      <a:lnTo>
                        <a:pt x="202960" y="154601"/>
                      </a:lnTo>
                      <a:close/>
                      <a:moveTo>
                        <a:pt x="261576" y="150205"/>
                      </a:moveTo>
                      <a:lnTo>
                        <a:pt x="251318" y="139947"/>
                      </a:lnTo>
                      <a:lnTo>
                        <a:pt x="282092" y="109173"/>
                      </a:lnTo>
                      <a:lnTo>
                        <a:pt x="251318" y="78400"/>
                      </a:lnTo>
                      <a:lnTo>
                        <a:pt x="261576" y="68142"/>
                      </a:lnTo>
                      <a:lnTo>
                        <a:pt x="302608" y="109173"/>
                      </a:lnTo>
                      <a:lnTo>
                        <a:pt x="261576" y="1502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BE875A7-0697-2E47-2167-7C9BEBECD26D}"/>
                    </a:ext>
                  </a:extLst>
                </p:cNvPr>
                <p:cNvSpPr txBox="1"/>
                <p:nvPr/>
              </p:nvSpPr>
              <p:spPr>
                <a:xfrm>
                  <a:off x="1180021" y="7610189"/>
                  <a:ext cx="235711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rgbClr val="00B0F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IBM Plex Sans" panose="020B0503050203000203" pitchFamily="34" charset="0"/>
                    </a:rPr>
                    <a:t>Dev</a:t>
                  </a:r>
                  <a:endParaRPr lang="pt-BR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141010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Description automatically generated">
            <a:extLst>
              <a:ext uri="{FF2B5EF4-FFF2-40B4-BE49-F238E27FC236}">
                <a16:creationId xmlns:a16="http://schemas.microsoft.com/office/drawing/2014/main" id="{14CD5B6C-73F0-9D35-8563-C393D57516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2" y="2030385"/>
            <a:ext cx="21805025" cy="116457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Integration</a:t>
            </a:r>
            <a:r>
              <a:rPr lang="pt-BR" dirty="0"/>
              <a:t> Service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C4A146-296F-AB5B-B1A7-BAB3B6BAF231}"/>
              </a:ext>
            </a:extLst>
          </p:cNvPr>
          <p:cNvSpPr/>
          <p:nvPr/>
        </p:nvSpPr>
        <p:spPr>
          <a:xfrm>
            <a:off x="8964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WSDL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7C1C48-8932-190B-4C8E-F8295E39E886}"/>
              </a:ext>
            </a:extLst>
          </p:cNvPr>
          <p:cNvSpPr/>
          <p:nvPr/>
        </p:nvSpPr>
        <p:spPr>
          <a:xfrm>
            <a:off x="6472518" y="1926828"/>
            <a:ext cx="10739718" cy="9000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E1C50C-6A49-F414-E2E1-75C755E0A388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B1C406E-DA23-8D2A-D154-645B3785E669}"/>
              </a:ext>
            </a:extLst>
          </p:cNvPr>
          <p:cNvGrpSpPr/>
          <p:nvPr/>
        </p:nvGrpSpPr>
        <p:grpSpPr>
          <a:xfrm>
            <a:off x="15805386" y="11294546"/>
            <a:ext cx="8578614" cy="2365872"/>
            <a:chOff x="15805386" y="11294546"/>
            <a:chExt cx="8578614" cy="236587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8FC9172-6891-C0E7-6072-BA46CB31B65B}"/>
                </a:ext>
              </a:extLst>
            </p:cNvPr>
            <p:cNvSpPr/>
            <p:nvPr/>
          </p:nvSpPr>
          <p:spPr>
            <a:xfrm>
              <a:off x="15805386" y="11294546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ACE_Workshop_Sample_005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CCFD323-8506-B040-8887-0E38F1E28A84}"/>
                </a:ext>
              </a:extLst>
            </p:cNvPr>
            <p:cNvGrpSpPr/>
            <p:nvPr/>
          </p:nvGrpSpPr>
          <p:grpSpPr>
            <a:xfrm>
              <a:off x="16968413" y="11464960"/>
              <a:ext cx="7415587" cy="2195458"/>
              <a:chOff x="16968413" y="11429102"/>
              <a:chExt cx="7415587" cy="2195458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5DED62FB-B74D-80CA-8F01-D9A0FE82F99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2387" t="17150" r="54538" b="69326"/>
              <a:stretch/>
            </p:blipFill>
            <p:spPr>
              <a:xfrm>
                <a:off x="16968413" y="12191999"/>
                <a:ext cx="7117977" cy="115233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23DBE539-2594-6D5E-F7D0-E6B0950C7F46}"/>
                  </a:ext>
                </a:extLst>
              </p:cNvPr>
              <p:cNvGrpSpPr/>
              <p:nvPr/>
            </p:nvGrpSpPr>
            <p:grpSpPr>
              <a:xfrm>
                <a:off x="22026890" y="11429102"/>
                <a:ext cx="2357110" cy="2195458"/>
                <a:chOff x="1180021" y="5876396"/>
                <a:chExt cx="2357110" cy="2195458"/>
              </a:xfrm>
            </p:grpSpPr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4A86941F-A0E1-A9E9-E170-9F34987D6BED}"/>
                    </a:ext>
                  </a:extLst>
                </p:cNvPr>
                <p:cNvSpPr/>
                <p:nvPr/>
              </p:nvSpPr>
              <p:spPr>
                <a:xfrm>
                  <a:off x="1809972" y="5876396"/>
                  <a:ext cx="1200956" cy="1434912"/>
                </a:xfrm>
                <a:custGeom>
                  <a:avLst/>
                  <a:gdLst>
                    <a:gd name="connsiteX0" fmla="*/ 351353 w 493883"/>
                    <a:gd name="connsiteY0" fmla="*/ 334114 h 579570"/>
                    <a:gd name="connsiteX1" fmla="*/ 435614 w 493883"/>
                    <a:gd name="connsiteY1" fmla="*/ 377344 h 579570"/>
                    <a:gd name="connsiteX2" fmla="*/ 451733 w 493883"/>
                    <a:gd name="connsiteY2" fmla="*/ 410316 h 579570"/>
                    <a:gd name="connsiteX3" fmla="*/ 464922 w 493883"/>
                    <a:gd name="connsiteY3" fmla="*/ 523885 h 579570"/>
                    <a:gd name="connsiteX4" fmla="*/ 459060 w 493883"/>
                    <a:gd name="connsiteY4" fmla="*/ 537074 h 579570"/>
                    <a:gd name="connsiteX5" fmla="*/ 459060 w 493883"/>
                    <a:gd name="connsiteY5" fmla="*/ 537074 h 579570"/>
                    <a:gd name="connsiteX6" fmla="*/ 419494 w 493883"/>
                    <a:gd name="connsiteY6" fmla="*/ 556124 h 579570"/>
                    <a:gd name="connsiteX7" fmla="*/ 419494 w 493883"/>
                    <a:gd name="connsiteY7" fmla="*/ 579571 h 579570"/>
                    <a:gd name="connsiteX8" fmla="*/ 439277 w 493883"/>
                    <a:gd name="connsiteY8" fmla="*/ 579571 h 579570"/>
                    <a:gd name="connsiteX9" fmla="*/ 475180 w 493883"/>
                    <a:gd name="connsiteY9" fmla="*/ 561253 h 579570"/>
                    <a:gd name="connsiteX10" fmla="*/ 475180 w 493883"/>
                    <a:gd name="connsiteY10" fmla="*/ 561253 h 579570"/>
                    <a:gd name="connsiteX11" fmla="*/ 493498 w 493883"/>
                    <a:gd name="connsiteY11" fmla="*/ 520221 h 579570"/>
                    <a:gd name="connsiteX12" fmla="*/ 481774 w 493883"/>
                    <a:gd name="connsiteY12" fmla="*/ 409583 h 579570"/>
                    <a:gd name="connsiteX13" fmla="*/ 454664 w 493883"/>
                    <a:gd name="connsiteY13" fmla="*/ 355363 h 579570"/>
                    <a:gd name="connsiteX14" fmla="*/ 361610 w 493883"/>
                    <a:gd name="connsiteY14" fmla="*/ 307004 h 579570"/>
                    <a:gd name="connsiteX15" fmla="*/ 325708 w 493883"/>
                    <a:gd name="connsiteY15" fmla="*/ 292350 h 579570"/>
                    <a:gd name="connsiteX16" fmla="*/ 321312 w 493883"/>
                    <a:gd name="connsiteY16" fmla="*/ 285755 h 579570"/>
                    <a:gd name="connsiteX17" fmla="*/ 321312 w 493883"/>
                    <a:gd name="connsiteY17" fmla="*/ 268170 h 579570"/>
                    <a:gd name="connsiteX18" fmla="*/ 365274 w 493883"/>
                    <a:gd name="connsiteY18" fmla="*/ 176582 h 579570"/>
                    <a:gd name="connsiteX19" fmla="*/ 365274 w 493883"/>
                    <a:gd name="connsiteY19" fmla="*/ 150205 h 579570"/>
                    <a:gd name="connsiteX20" fmla="*/ 379928 w 493883"/>
                    <a:gd name="connsiteY20" fmla="*/ 154601 h 579570"/>
                    <a:gd name="connsiteX21" fmla="*/ 367472 w 493883"/>
                    <a:gd name="connsiteY21" fmla="*/ 117966 h 579570"/>
                    <a:gd name="connsiteX22" fmla="*/ 363809 w 493883"/>
                    <a:gd name="connsiteY22" fmla="*/ 102579 h 579570"/>
                    <a:gd name="connsiteX23" fmla="*/ 298598 w 493883"/>
                    <a:gd name="connsiteY23" fmla="*/ 13189 h 579570"/>
                    <a:gd name="connsiteX24" fmla="*/ 289073 w 493883"/>
                    <a:gd name="connsiteY24" fmla="*/ 13921 h 579570"/>
                    <a:gd name="connsiteX25" fmla="*/ 282478 w 493883"/>
                    <a:gd name="connsiteY25" fmla="*/ 19050 h 579570"/>
                    <a:gd name="connsiteX26" fmla="*/ 275151 w 493883"/>
                    <a:gd name="connsiteY26" fmla="*/ 8792 h 579570"/>
                    <a:gd name="connsiteX27" fmla="*/ 266359 w 493883"/>
                    <a:gd name="connsiteY27" fmla="*/ 2198 h 579570"/>
                    <a:gd name="connsiteX28" fmla="*/ 246576 w 493883"/>
                    <a:gd name="connsiteY28" fmla="*/ 0 h 579570"/>
                    <a:gd name="connsiteX29" fmla="*/ 130075 w 493883"/>
                    <a:gd name="connsiteY29" fmla="*/ 104777 h 579570"/>
                    <a:gd name="connsiteX30" fmla="*/ 130075 w 493883"/>
                    <a:gd name="connsiteY30" fmla="*/ 109906 h 579570"/>
                    <a:gd name="connsiteX31" fmla="*/ 130075 w 493883"/>
                    <a:gd name="connsiteY31" fmla="*/ 109906 h 579570"/>
                    <a:gd name="connsiteX32" fmla="*/ 130075 w 493883"/>
                    <a:gd name="connsiteY32" fmla="*/ 122362 h 579570"/>
                    <a:gd name="connsiteX33" fmla="*/ 120550 w 493883"/>
                    <a:gd name="connsiteY33" fmla="*/ 168522 h 579570"/>
                    <a:gd name="connsiteX34" fmla="*/ 108094 w 493883"/>
                    <a:gd name="connsiteY34" fmla="*/ 197831 h 579570"/>
                    <a:gd name="connsiteX35" fmla="*/ 131541 w 493883"/>
                    <a:gd name="connsiteY35" fmla="*/ 191236 h 579570"/>
                    <a:gd name="connsiteX36" fmla="*/ 174038 w 493883"/>
                    <a:gd name="connsiteY36" fmla="*/ 266705 h 579570"/>
                    <a:gd name="connsiteX37" fmla="*/ 174038 w 493883"/>
                    <a:gd name="connsiteY37" fmla="*/ 285023 h 579570"/>
                    <a:gd name="connsiteX38" fmla="*/ 169641 w 493883"/>
                    <a:gd name="connsiteY38" fmla="*/ 291617 h 579570"/>
                    <a:gd name="connsiteX39" fmla="*/ 133739 w 493883"/>
                    <a:gd name="connsiteY39" fmla="*/ 306271 h 579570"/>
                    <a:gd name="connsiteX40" fmla="*/ 40685 w 493883"/>
                    <a:gd name="connsiteY40" fmla="*/ 354630 h 579570"/>
                    <a:gd name="connsiteX41" fmla="*/ 12842 w 493883"/>
                    <a:gd name="connsiteY41" fmla="*/ 408850 h 579570"/>
                    <a:gd name="connsiteX42" fmla="*/ 386 w 493883"/>
                    <a:gd name="connsiteY42" fmla="*/ 520221 h 579570"/>
                    <a:gd name="connsiteX43" fmla="*/ 18704 w 493883"/>
                    <a:gd name="connsiteY43" fmla="*/ 561253 h 579570"/>
                    <a:gd name="connsiteX44" fmla="*/ 54607 w 493883"/>
                    <a:gd name="connsiteY44" fmla="*/ 579571 h 579570"/>
                    <a:gd name="connsiteX45" fmla="*/ 75122 w 493883"/>
                    <a:gd name="connsiteY45" fmla="*/ 579571 h 579570"/>
                    <a:gd name="connsiteX46" fmla="*/ 75122 w 493883"/>
                    <a:gd name="connsiteY46" fmla="*/ 556857 h 579570"/>
                    <a:gd name="connsiteX47" fmla="*/ 35556 w 493883"/>
                    <a:gd name="connsiteY47" fmla="*/ 537806 h 579570"/>
                    <a:gd name="connsiteX48" fmla="*/ 29695 w 493883"/>
                    <a:gd name="connsiteY48" fmla="*/ 524618 h 579570"/>
                    <a:gd name="connsiteX49" fmla="*/ 42151 w 493883"/>
                    <a:gd name="connsiteY49" fmla="*/ 411781 h 579570"/>
                    <a:gd name="connsiteX50" fmla="*/ 42151 w 493883"/>
                    <a:gd name="connsiteY50" fmla="*/ 410316 h 579570"/>
                    <a:gd name="connsiteX51" fmla="*/ 59003 w 493883"/>
                    <a:gd name="connsiteY51" fmla="*/ 377344 h 579570"/>
                    <a:gd name="connsiteX52" fmla="*/ 143264 w 493883"/>
                    <a:gd name="connsiteY52" fmla="*/ 334114 h 579570"/>
                    <a:gd name="connsiteX53" fmla="*/ 154987 w 493883"/>
                    <a:gd name="connsiteY53" fmla="*/ 330451 h 579570"/>
                    <a:gd name="connsiteX54" fmla="*/ 247308 w 493883"/>
                    <a:gd name="connsiteY54" fmla="*/ 351699 h 579570"/>
                    <a:gd name="connsiteX55" fmla="*/ 340362 w 493883"/>
                    <a:gd name="connsiteY55" fmla="*/ 330451 h 579570"/>
                    <a:gd name="connsiteX56" fmla="*/ 351353 w 493883"/>
                    <a:gd name="connsiteY56" fmla="*/ 334114 h 579570"/>
                    <a:gd name="connsiteX57" fmla="*/ 159384 w 493883"/>
                    <a:gd name="connsiteY57" fmla="*/ 182444 h 579570"/>
                    <a:gd name="connsiteX58" fmla="*/ 313252 w 493883"/>
                    <a:gd name="connsiteY58" fmla="*/ 95252 h 579570"/>
                    <a:gd name="connsiteX59" fmla="*/ 335233 w 493883"/>
                    <a:gd name="connsiteY59" fmla="*/ 124560 h 579570"/>
                    <a:gd name="connsiteX60" fmla="*/ 335233 w 493883"/>
                    <a:gd name="connsiteY60" fmla="*/ 175850 h 579570"/>
                    <a:gd name="connsiteX61" fmla="*/ 247308 w 493883"/>
                    <a:gd name="connsiteY61" fmla="*/ 263774 h 579570"/>
                    <a:gd name="connsiteX62" fmla="*/ 159384 w 493883"/>
                    <a:gd name="connsiteY62" fmla="*/ 182444 h 579570"/>
                    <a:gd name="connsiteX63" fmla="*/ 188692 w 493883"/>
                    <a:gd name="connsiteY63" fmla="*/ 314331 h 579570"/>
                    <a:gd name="connsiteX64" fmla="*/ 203346 w 493883"/>
                    <a:gd name="connsiteY64" fmla="*/ 285023 h 579570"/>
                    <a:gd name="connsiteX65" fmla="*/ 203346 w 493883"/>
                    <a:gd name="connsiteY65" fmla="*/ 284290 h 579570"/>
                    <a:gd name="connsiteX66" fmla="*/ 291271 w 493883"/>
                    <a:gd name="connsiteY66" fmla="*/ 284290 h 579570"/>
                    <a:gd name="connsiteX67" fmla="*/ 291271 w 493883"/>
                    <a:gd name="connsiteY67" fmla="*/ 285023 h 579570"/>
                    <a:gd name="connsiteX68" fmla="*/ 305192 w 493883"/>
                    <a:gd name="connsiteY68" fmla="*/ 314331 h 579570"/>
                    <a:gd name="connsiteX69" fmla="*/ 246576 w 493883"/>
                    <a:gd name="connsiteY69" fmla="*/ 322391 h 579570"/>
                    <a:gd name="connsiteX70" fmla="*/ 188692 w 493883"/>
                    <a:gd name="connsiteY70" fmla="*/ 314331 h 5795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493883" h="579570">
                      <a:moveTo>
                        <a:pt x="351353" y="334114"/>
                      </a:moveTo>
                      <a:cubicBezTo>
                        <a:pt x="382126" y="345105"/>
                        <a:pt x="411434" y="357561"/>
                        <a:pt x="435614" y="377344"/>
                      </a:cubicBezTo>
                      <a:cubicBezTo>
                        <a:pt x="445872" y="385403"/>
                        <a:pt x="451733" y="397127"/>
                        <a:pt x="451733" y="410316"/>
                      </a:cubicBezTo>
                      <a:lnTo>
                        <a:pt x="464922" y="523885"/>
                      </a:lnTo>
                      <a:cubicBezTo>
                        <a:pt x="465655" y="529014"/>
                        <a:pt x="463457" y="534143"/>
                        <a:pt x="459060" y="537074"/>
                      </a:cubicBezTo>
                      <a:lnTo>
                        <a:pt x="459060" y="537074"/>
                      </a:lnTo>
                      <a:cubicBezTo>
                        <a:pt x="446604" y="545133"/>
                        <a:pt x="433416" y="551728"/>
                        <a:pt x="419494" y="556124"/>
                      </a:cubicBezTo>
                      <a:lnTo>
                        <a:pt x="419494" y="579571"/>
                      </a:lnTo>
                      <a:lnTo>
                        <a:pt x="439277" y="579571"/>
                      </a:lnTo>
                      <a:cubicBezTo>
                        <a:pt x="451733" y="574442"/>
                        <a:pt x="464189" y="568580"/>
                        <a:pt x="475180" y="561253"/>
                      </a:cubicBezTo>
                      <a:lnTo>
                        <a:pt x="475180" y="561253"/>
                      </a:lnTo>
                      <a:cubicBezTo>
                        <a:pt x="488369" y="552461"/>
                        <a:pt x="495696" y="536341"/>
                        <a:pt x="493498" y="520221"/>
                      </a:cubicBezTo>
                      <a:lnTo>
                        <a:pt x="481774" y="409583"/>
                      </a:lnTo>
                      <a:cubicBezTo>
                        <a:pt x="481042" y="388334"/>
                        <a:pt x="471516" y="368551"/>
                        <a:pt x="454664" y="355363"/>
                      </a:cubicBezTo>
                      <a:cubicBezTo>
                        <a:pt x="427554" y="332649"/>
                        <a:pt x="395315" y="318727"/>
                        <a:pt x="361610" y="307004"/>
                      </a:cubicBezTo>
                      <a:lnTo>
                        <a:pt x="325708" y="292350"/>
                      </a:lnTo>
                      <a:cubicBezTo>
                        <a:pt x="322777" y="290884"/>
                        <a:pt x="321312" y="288686"/>
                        <a:pt x="321312" y="285755"/>
                      </a:cubicBezTo>
                      <a:lnTo>
                        <a:pt x="321312" y="268170"/>
                      </a:lnTo>
                      <a:cubicBezTo>
                        <a:pt x="349154" y="246189"/>
                        <a:pt x="365274" y="212485"/>
                        <a:pt x="365274" y="176582"/>
                      </a:cubicBezTo>
                      <a:lnTo>
                        <a:pt x="365274" y="150205"/>
                      </a:lnTo>
                      <a:cubicBezTo>
                        <a:pt x="369670" y="153136"/>
                        <a:pt x="374799" y="153868"/>
                        <a:pt x="379928" y="154601"/>
                      </a:cubicBezTo>
                      <a:lnTo>
                        <a:pt x="367472" y="117966"/>
                      </a:lnTo>
                      <a:cubicBezTo>
                        <a:pt x="366007" y="112837"/>
                        <a:pt x="364541" y="107708"/>
                        <a:pt x="363809" y="102579"/>
                      </a:cubicBezTo>
                      <a:cubicBezTo>
                        <a:pt x="357947" y="60815"/>
                        <a:pt x="333035" y="31506"/>
                        <a:pt x="298598" y="13189"/>
                      </a:cubicBezTo>
                      <a:cubicBezTo>
                        <a:pt x="295667" y="11723"/>
                        <a:pt x="292003" y="11723"/>
                        <a:pt x="289073" y="13921"/>
                      </a:cubicBezTo>
                      <a:lnTo>
                        <a:pt x="282478" y="19050"/>
                      </a:lnTo>
                      <a:lnTo>
                        <a:pt x="275151" y="8792"/>
                      </a:lnTo>
                      <a:cubicBezTo>
                        <a:pt x="272953" y="5862"/>
                        <a:pt x="270022" y="2931"/>
                        <a:pt x="266359" y="2198"/>
                      </a:cubicBezTo>
                      <a:cubicBezTo>
                        <a:pt x="259764" y="733"/>
                        <a:pt x="253170" y="0"/>
                        <a:pt x="246576" y="0"/>
                      </a:cubicBezTo>
                      <a:cubicBezTo>
                        <a:pt x="188692" y="0"/>
                        <a:pt x="140333" y="45428"/>
                        <a:pt x="130075" y="104777"/>
                      </a:cubicBezTo>
                      <a:lnTo>
                        <a:pt x="130075" y="109906"/>
                      </a:lnTo>
                      <a:lnTo>
                        <a:pt x="130075" y="109906"/>
                      </a:lnTo>
                      <a:lnTo>
                        <a:pt x="130075" y="122362"/>
                      </a:lnTo>
                      <a:cubicBezTo>
                        <a:pt x="130075" y="138481"/>
                        <a:pt x="127144" y="153868"/>
                        <a:pt x="120550" y="168522"/>
                      </a:cubicBezTo>
                      <a:lnTo>
                        <a:pt x="108094" y="197831"/>
                      </a:lnTo>
                      <a:cubicBezTo>
                        <a:pt x="108094" y="197831"/>
                        <a:pt x="116887" y="195633"/>
                        <a:pt x="131541" y="191236"/>
                      </a:cubicBezTo>
                      <a:cubicBezTo>
                        <a:pt x="135204" y="221277"/>
                        <a:pt x="150591" y="248387"/>
                        <a:pt x="174038" y="266705"/>
                      </a:cubicBezTo>
                      <a:lnTo>
                        <a:pt x="174038" y="285023"/>
                      </a:lnTo>
                      <a:cubicBezTo>
                        <a:pt x="174038" y="287954"/>
                        <a:pt x="172572" y="290884"/>
                        <a:pt x="169641" y="291617"/>
                      </a:cubicBezTo>
                      <a:lnTo>
                        <a:pt x="133739" y="306271"/>
                      </a:lnTo>
                      <a:cubicBezTo>
                        <a:pt x="100034" y="317995"/>
                        <a:pt x="67795" y="331916"/>
                        <a:pt x="40685" y="354630"/>
                      </a:cubicBezTo>
                      <a:cubicBezTo>
                        <a:pt x="23833" y="367819"/>
                        <a:pt x="13575" y="387602"/>
                        <a:pt x="12842" y="408850"/>
                      </a:cubicBezTo>
                      <a:lnTo>
                        <a:pt x="386" y="520221"/>
                      </a:lnTo>
                      <a:cubicBezTo>
                        <a:pt x="-1812" y="536341"/>
                        <a:pt x="5515" y="552461"/>
                        <a:pt x="18704" y="561253"/>
                      </a:cubicBezTo>
                      <a:cubicBezTo>
                        <a:pt x="29695" y="568580"/>
                        <a:pt x="42151" y="574442"/>
                        <a:pt x="54607" y="579571"/>
                      </a:cubicBezTo>
                      <a:lnTo>
                        <a:pt x="75122" y="579571"/>
                      </a:lnTo>
                      <a:lnTo>
                        <a:pt x="75122" y="556857"/>
                      </a:lnTo>
                      <a:cubicBezTo>
                        <a:pt x="61201" y="551728"/>
                        <a:pt x="48012" y="545866"/>
                        <a:pt x="35556" y="537806"/>
                      </a:cubicBezTo>
                      <a:cubicBezTo>
                        <a:pt x="31160" y="534876"/>
                        <a:pt x="28962" y="529747"/>
                        <a:pt x="29695" y="524618"/>
                      </a:cubicBezTo>
                      <a:lnTo>
                        <a:pt x="42151" y="411781"/>
                      </a:lnTo>
                      <a:lnTo>
                        <a:pt x="42151" y="410316"/>
                      </a:lnTo>
                      <a:cubicBezTo>
                        <a:pt x="42151" y="397127"/>
                        <a:pt x="48745" y="385403"/>
                        <a:pt x="59003" y="377344"/>
                      </a:cubicBezTo>
                      <a:cubicBezTo>
                        <a:pt x="83182" y="357561"/>
                        <a:pt x="112490" y="345105"/>
                        <a:pt x="143264" y="334114"/>
                      </a:cubicBezTo>
                      <a:lnTo>
                        <a:pt x="154987" y="330451"/>
                      </a:lnTo>
                      <a:cubicBezTo>
                        <a:pt x="176236" y="343639"/>
                        <a:pt x="209940" y="351699"/>
                        <a:pt x="247308" y="351699"/>
                      </a:cubicBezTo>
                      <a:cubicBezTo>
                        <a:pt x="284676" y="351699"/>
                        <a:pt x="318381" y="343639"/>
                        <a:pt x="340362" y="330451"/>
                      </a:cubicBezTo>
                      <a:lnTo>
                        <a:pt x="351353" y="334114"/>
                      </a:lnTo>
                      <a:close/>
                      <a:moveTo>
                        <a:pt x="159384" y="182444"/>
                      </a:moveTo>
                      <a:cubicBezTo>
                        <a:pt x="209208" y="165592"/>
                        <a:pt x="281013" y="136283"/>
                        <a:pt x="313252" y="95252"/>
                      </a:cubicBezTo>
                      <a:cubicBezTo>
                        <a:pt x="319846" y="105510"/>
                        <a:pt x="327173" y="115035"/>
                        <a:pt x="335233" y="124560"/>
                      </a:cubicBezTo>
                      <a:lnTo>
                        <a:pt x="335233" y="175850"/>
                      </a:lnTo>
                      <a:cubicBezTo>
                        <a:pt x="335233" y="224208"/>
                        <a:pt x="295667" y="263774"/>
                        <a:pt x="247308" y="263774"/>
                      </a:cubicBezTo>
                      <a:cubicBezTo>
                        <a:pt x="201148" y="263774"/>
                        <a:pt x="163047" y="228604"/>
                        <a:pt x="159384" y="182444"/>
                      </a:cubicBezTo>
                      <a:close/>
                      <a:moveTo>
                        <a:pt x="188692" y="314331"/>
                      </a:moveTo>
                      <a:cubicBezTo>
                        <a:pt x="197484" y="307737"/>
                        <a:pt x="203346" y="296746"/>
                        <a:pt x="203346" y="285023"/>
                      </a:cubicBezTo>
                      <a:lnTo>
                        <a:pt x="203346" y="284290"/>
                      </a:lnTo>
                      <a:cubicBezTo>
                        <a:pt x="231189" y="296013"/>
                        <a:pt x="263428" y="296013"/>
                        <a:pt x="291271" y="284290"/>
                      </a:cubicBezTo>
                      <a:lnTo>
                        <a:pt x="291271" y="285023"/>
                      </a:lnTo>
                      <a:cubicBezTo>
                        <a:pt x="291271" y="296013"/>
                        <a:pt x="296400" y="307004"/>
                        <a:pt x="305192" y="314331"/>
                      </a:cubicBezTo>
                      <a:cubicBezTo>
                        <a:pt x="286142" y="320193"/>
                        <a:pt x="266359" y="323123"/>
                        <a:pt x="246576" y="322391"/>
                      </a:cubicBezTo>
                      <a:cubicBezTo>
                        <a:pt x="227525" y="322391"/>
                        <a:pt x="207742" y="319460"/>
                        <a:pt x="188692" y="31433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90512657-2467-B1DA-FDE0-A4CCF7D02B9A}"/>
                    </a:ext>
                  </a:extLst>
                </p:cNvPr>
                <p:cNvSpPr/>
                <p:nvPr/>
              </p:nvSpPr>
              <p:spPr>
                <a:xfrm>
                  <a:off x="1892868" y="6830160"/>
                  <a:ext cx="1038724" cy="565984"/>
                </a:xfrm>
                <a:custGeom>
                  <a:avLst/>
                  <a:gdLst>
                    <a:gd name="connsiteX0" fmla="*/ 371482 w 427167"/>
                    <a:gd name="connsiteY0" fmla="*/ 18318 h 228604"/>
                    <a:gd name="connsiteX1" fmla="*/ 353164 w 427167"/>
                    <a:gd name="connsiteY1" fmla="*/ 0 h 228604"/>
                    <a:gd name="connsiteX2" fmla="*/ 353164 w 427167"/>
                    <a:gd name="connsiteY2" fmla="*/ 0 h 228604"/>
                    <a:gd name="connsiteX3" fmla="*/ 74003 w 427167"/>
                    <a:gd name="connsiteY3" fmla="*/ 0 h 228604"/>
                    <a:gd name="connsiteX4" fmla="*/ 55686 w 427167"/>
                    <a:gd name="connsiteY4" fmla="*/ 18318 h 228604"/>
                    <a:gd name="connsiteX5" fmla="*/ 55686 w 427167"/>
                    <a:gd name="connsiteY5" fmla="*/ 18318 h 228604"/>
                    <a:gd name="connsiteX6" fmla="*/ 55686 w 427167"/>
                    <a:gd name="connsiteY6" fmla="*/ 200762 h 228604"/>
                    <a:gd name="connsiteX7" fmla="*/ 0 w 427167"/>
                    <a:gd name="connsiteY7" fmla="*/ 200762 h 228604"/>
                    <a:gd name="connsiteX8" fmla="*/ 0 w 427167"/>
                    <a:gd name="connsiteY8" fmla="*/ 210287 h 228604"/>
                    <a:gd name="connsiteX9" fmla="*/ 18318 w 427167"/>
                    <a:gd name="connsiteY9" fmla="*/ 228604 h 228604"/>
                    <a:gd name="connsiteX10" fmla="*/ 408850 w 427167"/>
                    <a:gd name="connsiteY10" fmla="*/ 228604 h 228604"/>
                    <a:gd name="connsiteX11" fmla="*/ 427168 w 427167"/>
                    <a:gd name="connsiteY11" fmla="*/ 210287 h 228604"/>
                    <a:gd name="connsiteX12" fmla="*/ 427168 w 427167"/>
                    <a:gd name="connsiteY12" fmla="*/ 200762 h 228604"/>
                    <a:gd name="connsiteX13" fmla="*/ 371482 w 427167"/>
                    <a:gd name="connsiteY13" fmla="*/ 200762 h 228604"/>
                    <a:gd name="connsiteX14" fmla="*/ 371482 w 427167"/>
                    <a:gd name="connsiteY14" fmla="*/ 18318 h 228604"/>
                    <a:gd name="connsiteX15" fmla="*/ 175117 w 427167"/>
                    <a:gd name="connsiteY15" fmla="*/ 139214 h 228604"/>
                    <a:gd name="connsiteX16" fmla="*/ 164859 w 427167"/>
                    <a:gd name="connsiteY16" fmla="*/ 149472 h 228604"/>
                    <a:gd name="connsiteX17" fmla="*/ 123827 w 427167"/>
                    <a:gd name="connsiteY17" fmla="*/ 108441 h 228604"/>
                    <a:gd name="connsiteX18" fmla="*/ 164859 w 427167"/>
                    <a:gd name="connsiteY18" fmla="*/ 67409 h 228604"/>
                    <a:gd name="connsiteX19" fmla="*/ 175117 w 427167"/>
                    <a:gd name="connsiteY19" fmla="*/ 77667 h 228604"/>
                    <a:gd name="connsiteX20" fmla="*/ 144343 w 427167"/>
                    <a:gd name="connsiteY20" fmla="*/ 108441 h 228604"/>
                    <a:gd name="connsiteX21" fmla="*/ 175117 w 427167"/>
                    <a:gd name="connsiteY21" fmla="*/ 139214 h 228604"/>
                    <a:gd name="connsiteX22" fmla="*/ 202960 w 427167"/>
                    <a:gd name="connsiteY22" fmla="*/ 154601 h 228604"/>
                    <a:gd name="connsiteX23" fmla="*/ 189771 w 427167"/>
                    <a:gd name="connsiteY23" fmla="*/ 148739 h 228604"/>
                    <a:gd name="connsiteX24" fmla="*/ 224208 w 427167"/>
                    <a:gd name="connsiteY24" fmla="*/ 65944 h 228604"/>
                    <a:gd name="connsiteX25" fmla="*/ 237397 w 427167"/>
                    <a:gd name="connsiteY25" fmla="*/ 71805 h 228604"/>
                    <a:gd name="connsiteX26" fmla="*/ 202960 w 427167"/>
                    <a:gd name="connsiteY26" fmla="*/ 154601 h 228604"/>
                    <a:gd name="connsiteX27" fmla="*/ 261576 w 427167"/>
                    <a:gd name="connsiteY27" fmla="*/ 150205 h 228604"/>
                    <a:gd name="connsiteX28" fmla="*/ 251318 w 427167"/>
                    <a:gd name="connsiteY28" fmla="*/ 139947 h 228604"/>
                    <a:gd name="connsiteX29" fmla="*/ 282092 w 427167"/>
                    <a:gd name="connsiteY29" fmla="*/ 109173 h 228604"/>
                    <a:gd name="connsiteX30" fmla="*/ 251318 w 427167"/>
                    <a:gd name="connsiteY30" fmla="*/ 78400 h 228604"/>
                    <a:gd name="connsiteX31" fmla="*/ 261576 w 427167"/>
                    <a:gd name="connsiteY31" fmla="*/ 68142 h 228604"/>
                    <a:gd name="connsiteX32" fmla="*/ 302608 w 427167"/>
                    <a:gd name="connsiteY32" fmla="*/ 109173 h 228604"/>
                    <a:gd name="connsiteX33" fmla="*/ 261576 w 427167"/>
                    <a:gd name="connsiteY33" fmla="*/ 150205 h 2286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427167" h="228604">
                      <a:moveTo>
                        <a:pt x="371482" y="18318"/>
                      </a:moveTo>
                      <a:cubicBezTo>
                        <a:pt x="371482" y="8060"/>
                        <a:pt x="363422" y="0"/>
                        <a:pt x="353164" y="0"/>
                      </a:cubicBezTo>
                      <a:lnTo>
                        <a:pt x="353164" y="0"/>
                      </a:lnTo>
                      <a:lnTo>
                        <a:pt x="74003" y="0"/>
                      </a:lnTo>
                      <a:cubicBezTo>
                        <a:pt x="63745" y="0"/>
                        <a:pt x="55686" y="8060"/>
                        <a:pt x="55686" y="18318"/>
                      </a:cubicBezTo>
                      <a:lnTo>
                        <a:pt x="55686" y="18318"/>
                      </a:lnTo>
                      <a:lnTo>
                        <a:pt x="55686" y="200762"/>
                      </a:lnTo>
                      <a:lnTo>
                        <a:pt x="0" y="200762"/>
                      </a:lnTo>
                      <a:lnTo>
                        <a:pt x="0" y="210287"/>
                      </a:lnTo>
                      <a:cubicBezTo>
                        <a:pt x="0" y="220545"/>
                        <a:pt x="8060" y="228604"/>
                        <a:pt x="18318" y="228604"/>
                      </a:cubicBezTo>
                      <a:lnTo>
                        <a:pt x="408850" y="228604"/>
                      </a:lnTo>
                      <a:cubicBezTo>
                        <a:pt x="419108" y="228604"/>
                        <a:pt x="427168" y="220545"/>
                        <a:pt x="427168" y="210287"/>
                      </a:cubicBezTo>
                      <a:lnTo>
                        <a:pt x="427168" y="200762"/>
                      </a:lnTo>
                      <a:lnTo>
                        <a:pt x="371482" y="200762"/>
                      </a:lnTo>
                      <a:lnTo>
                        <a:pt x="371482" y="18318"/>
                      </a:lnTo>
                      <a:close/>
                      <a:moveTo>
                        <a:pt x="175117" y="139214"/>
                      </a:moveTo>
                      <a:lnTo>
                        <a:pt x="164859" y="149472"/>
                      </a:lnTo>
                      <a:lnTo>
                        <a:pt x="123827" y="108441"/>
                      </a:lnTo>
                      <a:lnTo>
                        <a:pt x="164859" y="67409"/>
                      </a:lnTo>
                      <a:lnTo>
                        <a:pt x="175117" y="77667"/>
                      </a:lnTo>
                      <a:lnTo>
                        <a:pt x="144343" y="108441"/>
                      </a:lnTo>
                      <a:lnTo>
                        <a:pt x="175117" y="139214"/>
                      </a:lnTo>
                      <a:close/>
                      <a:moveTo>
                        <a:pt x="202960" y="154601"/>
                      </a:moveTo>
                      <a:lnTo>
                        <a:pt x="189771" y="148739"/>
                      </a:lnTo>
                      <a:lnTo>
                        <a:pt x="224208" y="65944"/>
                      </a:lnTo>
                      <a:lnTo>
                        <a:pt x="237397" y="71805"/>
                      </a:lnTo>
                      <a:lnTo>
                        <a:pt x="202960" y="154601"/>
                      </a:lnTo>
                      <a:close/>
                      <a:moveTo>
                        <a:pt x="261576" y="150205"/>
                      </a:moveTo>
                      <a:lnTo>
                        <a:pt x="251318" y="139947"/>
                      </a:lnTo>
                      <a:lnTo>
                        <a:pt x="282092" y="109173"/>
                      </a:lnTo>
                      <a:lnTo>
                        <a:pt x="251318" y="78400"/>
                      </a:lnTo>
                      <a:lnTo>
                        <a:pt x="261576" y="68142"/>
                      </a:lnTo>
                      <a:lnTo>
                        <a:pt x="302608" y="109173"/>
                      </a:lnTo>
                      <a:lnTo>
                        <a:pt x="261576" y="1502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EFE0E0C-4574-F2C8-C5AA-C3094568D801}"/>
                    </a:ext>
                  </a:extLst>
                </p:cNvPr>
                <p:cNvSpPr txBox="1"/>
                <p:nvPr/>
              </p:nvSpPr>
              <p:spPr>
                <a:xfrm>
                  <a:off x="1180021" y="7610189"/>
                  <a:ext cx="235711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rgbClr val="00B0F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IBM Plex Sans" panose="020B0503050203000203" pitchFamily="34" charset="0"/>
                    </a:rPr>
                    <a:t>Dev</a:t>
                  </a:r>
                  <a:endParaRPr lang="pt-BR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81873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Integration</a:t>
            </a:r>
            <a:r>
              <a:rPr lang="pt-BR" dirty="0"/>
              <a:t> Service 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5DB45463-74ED-CB29-5AD5-61098E269A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25279" b="24322"/>
          <a:stretch/>
        </p:blipFill>
        <p:spPr>
          <a:xfrm>
            <a:off x="934712" y="2030385"/>
            <a:ext cx="7566212" cy="615595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AC7C0162-1FF6-D7E8-515A-7B9804EFB08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65" r="25765" b="24322"/>
          <a:stretch/>
        </p:blipFill>
        <p:spPr>
          <a:xfrm>
            <a:off x="3749629" y="3940897"/>
            <a:ext cx="7382155" cy="6155951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D6C1C3B-8120-FF9E-8827-AAE56D00BF99}"/>
              </a:ext>
            </a:extLst>
          </p:cNvPr>
          <p:cNvSpPr/>
          <p:nvPr/>
        </p:nvSpPr>
        <p:spPr>
          <a:xfrm>
            <a:off x="8964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WSDL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5C0B7B-EBC6-2014-30C1-53BA33D5F1F3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1E63970-7505-1CD2-86A8-932923E6EF11}"/>
              </a:ext>
            </a:extLst>
          </p:cNvPr>
          <p:cNvGrpSpPr/>
          <p:nvPr/>
        </p:nvGrpSpPr>
        <p:grpSpPr>
          <a:xfrm>
            <a:off x="15805386" y="11294546"/>
            <a:ext cx="8578614" cy="2365872"/>
            <a:chOff x="15805386" y="11294546"/>
            <a:chExt cx="8578614" cy="236587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F303E8C-9372-053C-516E-AC11C968208D}"/>
                </a:ext>
              </a:extLst>
            </p:cNvPr>
            <p:cNvSpPr/>
            <p:nvPr/>
          </p:nvSpPr>
          <p:spPr>
            <a:xfrm>
              <a:off x="15805386" y="11294546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ACE_Workshop_Sample_005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EAB91E3-23F8-659A-47FB-0975DEA13CCF}"/>
                </a:ext>
              </a:extLst>
            </p:cNvPr>
            <p:cNvGrpSpPr/>
            <p:nvPr/>
          </p:nvGrpSpPr>
          <p:grpSpPr>
            <a:xfrm>
              <a:off x="16968413" y="11464960"/>
              <a:ext cx="7415587" cy="2195458"/>
              <a:chOff x="16968413" y="11429102"/>
              <a:chExt cx="7415587" cy="2195458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4CB79260-B65A-7085-2B7C-66B66062E0E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2387" t="17150" r="54538" b="69326"/>
              <a:stretch/>
            </p:blipFill>
            <p:spPr>
              <a:xfrm>
                <a:off x="16968413" y="12191999"/>
                <a:ext cx="7117977" cy="115233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C3CE5C26-809B-07F0-4E3E-9F45F187DC93}"/>
                  </a:ext>
                </a:extLst>
              </p:cNvPr>
              <p:cNvGrpSpPr/>
              <p:nvPr/>
            </p:nvGrpSpPr>
            <p:grpSpPr>
              <a:xfrm>
                <a:off x="22026890" y="11429102"/>
                <a:ext cx="2357110" cy="2195458"/>
                <a:chOff x="1180021" y="5876396"/>
                <a:chExt cx="2357110" cy="2195458"/>
              </a:xfrm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B89C2E3E-973B-ADED-E057-4430FF8EFA06}"/>
                    </a:ext>
                  </a:extLst>
                </p:cNvPr>
                <p:cNvSpPr/>
                <p:nvPr/>
              </p:nvSpPr>
              <p:spPr>
                <a:xfrm>
                  <a:off x="1809972" y="5876396"/>
                  <a:ext cx="1200956" cy="1434912"/>
                </a:xfrm>
                <a:custGeom>
                  <a:avLst/>
                  <a:gdLst>
                    <a:gd name="connsiteX0" fmla="*/ 351353 w 493883"/>
                    <a:gd name="connsiteY0" fmla="*/ 334114 h 579570"/>
                    <a:gd name="connsiteX1" fmla="*/ 435614 w 493883"/>
                    <a:gd name="connsiteY1" fmla="*/ 377344 h 579570"/>
                    <a:gd name="connsiteX2" fmla="*/ 451733 w 493883"/>
                    <a:gd name="connsiteY2" fmla="*/ 410316 h 579570"/>
                    <a:gd name="connsiteX3" fmla="*/ 464922 w 493883"/>
                    <a:gd name="connsiteY3" fmla="*/ 523885 h 579570"/>
                    <a:gd name="connsiteX4" fmla="*/ 459060 w 493883"/>
                    <a:gd name="connsiteY4" fmla="*/ 537074 h 579570"/>
                    <a:gd name="connsiteX5" fmla="*/ 459060 w 493883"/>
                    <a:gd name="connsiteY5" fmla="*/ 537074 h 579570"/>
                    <a:gd name="connsiteX6" fmla="*/ 419494 w 493883"/>
                    <a:gd name="connsiteY6" fmla="*/ 556124 h 579570"/>
                    <a:gd name="connsiteX7" fmla="*/ 419494 w 493883"/>
                    <a:gd name="connsiteY7" fmla="*/ 579571 h 579570"/>
                    <a:gd name="connsiteX8" fmla="*/ 439277 w 493883"/>
                    <a:gd name="connsiteY8" fmla="*/ 579571 h 579570"/>
                    <a:gd name="connsiteX9" fmla="*/ 475180 w 493883"/>
                    <a:gd name="connsiteY9" fmla="*/ 561253 h 579570"/>
                    <a:gd name="connsiteX10" fmla="*/ 475180 w 493883"/>
                    <a:gd name="connsiteY10" fmla="*/ 561253 h 579570"/>
                    <a:gd name="connsiteX11" fmla="*/ 493498 w 493883"/>
                    <a:gd name="connsiteY11" fmla="*/ 520221 h 579570"/>
                    <a:gd name="connsiteX12" fmla="*/ 481774 w 493883"/>
                    <a:gd name="connsiteY12" fmla="*/ 409583 h 579570"/>
                    <a:gd name="connsiteX13" fmla="*/ 454664 w 493883"/>
                    <a:gd name="connsiteY13" fmla="*/ 355363 h 579570"/>
                    <a:gd name="connsiteX14" fmla="*/ 361610 w 493883"/>
                    <a:gd name="connsiteY14" fmla="*/ 307004 h 579570"/>
                    <a:gd name="connsiteX15" fmla="*/ 325708 w 493883"/>
                    <a:gd name="connsiteY15" fmla="*/ 292350 h 579570"/>
                    <a:gd name="connsiteX16" fmla="*/ 321312 w 493883"/>
                    <a:gd name="connsiteY16" fmla="*/ 285755 h 579570"/>
                    <a:gd name="connsiteX17" fmla="*/ 321312 w 493883"/>
                    <a:gd name="connsiteY17" fmla="*/ 268170 h 579570"/>
                    <a:gd name="connsiteX18" fmla="*/ 365274 w 493883"/>
                    <a:gd name="connsiteY18" fmla="*/ 176582 h 579570"/>
                    <a:gd name="connsiteX19" fmla="*/ 365274 w 493883"/>
                    <a:gd name="connsiteY19" fmla="*/ 150205 h 579570"/>
                    <a:gd name="connsiteX20" fmla="*/ 379928 w 493883"/>
                    <a:gd name="connsiteY20" fmla="*/ 154601 h 579570"/>
                    <a:gd name="connsiteX21" fmla="*/ 367472 w 493883"/>
                    <a:gd name="connsiteY21" fmla="*/ 117966 h 579570"/>
                    <a:gd name="connsiteX22" fmla="*/ 363809 w 493883"/>
                    <a:gd name="connsiteY22" fmla="*/ 102579 h 579570"/>
                    <a:gd name="connsiteX23" fmla="*/ 298598 w 493883"/>
                    <a:gd name="connsiteY23" fmla="*/ 13189 h 579570"/>
                    <a:gd name="connsiteX24" fmla="*/ 289073 w 493883"/>
                    <a:gd name="connsiteY24" fmla="*/ 13921 h 579570"/>
                    <a:gd name="connsiteX25" fmla="*/ 282478 w 493883"/>
                    <a:gd name="connsiteY25" fmla="*/ 19050 h 579570"/>
                    <a:gd name="connsiteX26" fmla="*/ 275151 w 493883"/>
                    <a:gd name="connsiteY26" fmla="*/ 8792 h 579570"/>
                    <a:gd name="connsiteX27" fmla="*/ 266359 w 493883"/>
                    <a:gd name="connsiteY27" fmla="*/ 2198 h 579570"/>
                    <a:gd name="connsiteX28" fmla="*/ 246576 w 493883"/>
                    <a:gd name="connsiteY28" fmla="*/ 0 h 579570"/>
                    <a:gd name="connsiteX29" fmla="*/ 130075 w 493883"/>
                    <a:gd name="connsiteY29" fmla="*/ 104777 h 579570"/>
                    <a:gd name="connsiteX30" fmla="*/ 130075 w 493883"/>
                    <a:gd name="connsiteY30" fmla="*/ 109906 h 579570"/>
                    <a:gd name="connsiteX31" fmla="*/ 130075 w 493883"/>
                    <a:gd name="connsiteY31" fmla="*/ 109906 h 579570"/>
                    <a:gd name="connsiteX32" fmla="*/ 130075 w 493883"/>
                    <a:gd name="connsiteY32" fmla="*/ 122362 h 579570"/>
                    <a:gd name="connsiteX33" fmla="*/ 120550 w 493883"/>
                    <a:gd name="connsiteY33" fmla="*/ 168522 h 579570"/>
                    <a:gd name="connsiteX34" fmla="*/ 108094 w 493883"/>
                    <a:gd name="connsiteY34" fmla="*/ 197831 h 579570"/>
                    <a:gd name="connsiteX35" fmla="*/ 131541 w 493883"/>
                    <a:gd name="connsiteY35" fmla="*/ 191236 h 579570"/>
                    <a:gd name="connsiteX36" fmla="*/ 174038 w 493883"/>
                    <a:gd name="connsiteY36" fmla="*/ 266705 h 579570"/>
                    <a:gd name="connsiteX37" fmla="*/ 174038 w 493883"/>
                    <a:gd name="connsiteY37" fmla="*/ 285023 h 579570"/>
                    <a:gd name="connsiteX38" fmla="*/ 169641 w 493883"/>
                    <a:gd name="connsiteY38" fmla="*/ 291617 h 579570"/>
                    <a:gd name="connsiteX39" fmla="*/ 133739 w 493883"/>
                    <a:gd name="connsiteY39" fmla="*/ 306271 h 579570"/>
                    <a:gd name="connsiteX40" fmla="*/ 40685 w 493883"/>
                    <a:gd name="connsiteY40" fmla="*/ 354630 h 579570"/>
                    <a:gd name="connsiteX41" fmla="*/ 12842 w 493883"/>
                    <a:gd name="connsiteY41" fmla="*/ 408850 h 579570"/>
                    <a:gd name="connsiteX42" fmla="*/ 386 w 493883"/>
                    <a:gd name="connsiteY42" fmla="*/ 520221 h 579570"/>
                    <a:gd name="connsiteX43" fmla="*/ 18704 w 493883"/>
                    <a:gd name="connsiteY43" fmla="*/ 561253 h 579570"/>
                    <a:gd name="connsiteX44" fmla="*/ 54607 w 493883"/>
                    <a:gd name="connsiteY44" fmla="*/ 579571 h 579570"/>
                    <a:gd name="connsiteX45" fmla="*/ 75122 w 493883"/>
                    <a:gd name="connsiteY45" fmla="*/ 579571 h 579570"/>
                    <a:gd name="connsiteX46" fmla="*/ 75122 w 493883"/>
                    <a:gd name="connsiteY46" fmla="*/ 556857 h 579570"/>
                    <a:gd name="connsiteX47" fmla="*/ 35556 w 493883"/>
                    <a:gd name="connsiteY47" fmla="*/ 537806 h 579570"/>
                    <a:gd name="connsiteX48" fmla="*/ 29695 w 493883"/>
                    <a:gd name="connsiteY48" fmla="*/ 524618 h 579570"/>
                    <a:gd name="connsiteX49" fmla="*/ 42151 w 493883"/>
                    <a:gd name="connsiteY49" fmla="*/ 411781 h 579570"/>
                    <a:gd name="connsiteX50" fmla="*/ 42151 w 493883"/>
                    <a:gd name="connsiteY50" fmla="*/ 410316 h 579570"/>
                    <a:gd name="connsiteX51" fmla="*/ 59003 w 493883"/>
                    <a:gd name="connsiteY51" fmla="*/ 377344 h 579570"/>
                    <a:gd name="connsiteX52" fmla="*/ 143264 w 493883"/>
                    <a:gd name="connsiteY52" fmla="*/ 334114 h 579570"/>
                    <a:gd name="connsiteX53" fmla="*/ 154987 w 493883"/>
                    <a:gd name="connsiteY53" fmla="*/ 330451 h 579570"/>
                    <a:gd name="connsiteX54" fmla="*/ 247308 w 493883"/>
                    <a:gd name="connsiteY54" fmla="*/ 351699 h 579570"/>
                    <a:gd name="connsiteX55" fmla="*/ 340362 w 493883"/>
                    <a:gd name="connsiteY55" fmla="*/ 330451 h 579570"/>
                    <a:gd name="connsiteX56" fmla="*/ 351353 w 493883"/>
                    <a:gd name="connsiteY56" fmla="*/ 334114 h 579570"/>
                    <a:gd name="connsiteX57" fmla="*/ 159384 w 493883"/>
                    <a:gd name="connsiteY57" fmla="*/ 182444 h 579570"/>
                    <a:gd name="connsiteX58" fmla="*/ 313252 w 493883"/>
                    <a:gd name="connsiteY58" fmla="*/ 95252 h 579570"/>
                    <a:gd name="connsiteX59" fmla="*/ 335233 w 493883"/>
                    <a:gd name="connsiteY59" fmla="*/ 124560 h 579570"/>
                    <a:gd name="connsiteX60" fmla="*/ 335233 w 493883"/>
                    <a:gd name="connsiteY60" fmla="*/ 175850 h 579570"/>
                    <a:gd name="connsiteX61" fmla="*/ 247308 w 493883"/>
                    <a:gd name="connsiteY61" fmla="*/ 263774 h 579570"/>
                    <a:gd name="connsiteX62" fmla="*/ 159384 w 493883"/>
                    <a:gd name="connsiteY62" fmla="*/ 182444 h 579570"/>
                    <a:gd name="connsiteX63" fmla="*/ 188692 w 493883"/>
                    <a:gd name="connsiteY63" fmla="*/ 314331 h 579570"/>
                    <a:gd name="connsiteX64" fmla="*/ 203346 w 493883"/>
                    <a:gd name="connsiteY64" fmla="*/ 285023 h 579570"/>
                    <a:gd name="connsiteX65" fmla="*/ 203346 w 493883"/>
                    <a:gd name="connsiteY65" fmla="*/ 284290 h 579570"/>
                    <a:gd name="connsiteX66" fmla="*/ 291271 w 493883"/>
                    <a:gd name="connsiteY66" fmla="*/ 284290 h 579570"/>
                    <a:gd name="connsiteX67" fmla="*/ 291271 w 493883"/>
                    <a:gd name="connsiteY67" fmla="*/ 285023 h 579570"/>
                    <a:gd name="connsiteX68" fmla="*/ 305192 w 493883"/>
                    <a:gd name="connsiteY68" fmla="*/ 314331 h 579570"/>
                    <a:gd name="connsiteX69" fmla="*/ 246576 w 493883"/>
                    <a:gd name="connsiteY69" fmla="*/ 322391 h 579570"/>
                    <a:gd name="connsiteX70" fmla="*/ 188692 w 493883"/>
                    <a:gd name="connsiteY70" fmla="*/ 314331 h 5795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493883" h="579570">
                      <a:moveTo>
                        <a:pt x="351353" y="334114"/>
                      </a:moveTo>
                      <a:cubicBezTo>
                        <a:pt x="382126" y="345105"/>
                        <a:pt x="411434" y="357561"/>
                        <a:pt x="435614" y="377344"/>
                      </a:cubicBezTo>
                      <a:cubicBezTo>
                        <a:pt x="445872" y="385403"/>
                        <a:pt x="451733" y="397127"/>
                        <a:pt x="451733" y="410316"/>
                      </a:cubicBezTo>
                      <a:lnTo>
                        <a:pt x="464922" y="523885"/>
                      </a:lnTo>
                      <a:cubicBezTo>
                        <a:pt x="465655" y="529014"/>
                        <a:pt x="463457" y="534143"/>
                        <a:pt x="459060" y="537074"/>
                      </a:cubicBezTo>
                      <a:lnTo>
                        <a:pt x="459060" y="537074"/>
                      </a:lnTo>
                      <a:cubicBezTo>
                        <a:pt x="446604" y="545133"/>
                        <a:pt x="433416" y="551728"/>
                        <a:pt x="419494" y="556124"/>
                      </a:cubicBezTo>
                      <a:lnTo>
                        <a:pt x="419494" y="579571"/>
                      </a:lnTo>
                      <a:lnTo>
                        <a:pt x="439277" y="579571"/>
                      </a:lnTo>
                      <a:cubicBezTo>
                        <a:pt x="451733" y="574442"/>
                        <a:pt x="464189" y="568580"/>
                        <a:pt x="475180" y="561253"/>
                      </a:cubicBezTo>
                      <a:lnTo>
                        <a:pt x="475180" y="561253"/>
                      </a:lnTo>
                      <a:cubicBezTo>
                        <a:pt x="488369" y="552461"/>
                        <a:pt x="495696" y="536341"/>
                        <a:pt x="493498" y="520221"/>
                      </a:cubicBezTo>
                      <a:lnTo>
                        <a:pt x="481774" y="409583"/>
                      </a:lnTo>
                      <a:cubicBezTo>
                        <a:pt x="481042" y="388334"/>
                        <a:pt x="471516" y="368551"/>
                        <a:pt x="454664" y="355363"/>
                      </a:cubicBezTo>
                      <a:cubicBezTo>
                        <a:pt x="427554" y="332649"/>
                        <a:pt x="395315" y="318727"/>
                        <a:pt x="361610" y="307004"/>
                      </a:cubicBezTo>
                      <a:lnTo>
                        <a:pt x="325708" y="292350"/>
                      </a:lnTo>
                      <a:cubicBezTo>
                        <a:pt x="322777" y="290884"/>
                        <a:pt x="321312" y="288686"/>
                        <a:pt x="321312" y="285755"/>
                      </a:cubicBezTo>
                      <a:lnTo>
                        <a:pt x="321312" y="268170"/>
                      </a:lnTo>
                      <a:cubicBezTo>
                        <a:pt x="349154" y="246189"/>
                        <a:pt x="365274" y="212485"/>
                        <a:pt x="365274" y="176582"/>
                      </a:cubicBezTo>
                      <a:lnTo>
                        <a:pt x="365274" y="150205"/>
                      </a:lnTo>
                      <a:cubicBezTo>
                        <a:pt x="369670" y="153136"/>
                        <a:pt x="374799" y="153868"/>
                        <a:pt x="379928" y="154601"/>
                      </a:cubicBezTo>
                      <a:lnTo>
                        <a:pt x="367472" y="117966"/>
                      </a:lnTo>
                      <a:cubicBezTo>
                        <a:pt x="366007" y="112837"/>
                        <a:pt x="364541" y="107708"/>
                        <a:pt x="363809" y="102579"/>
                      </a:cubicBezTo>
                      <a:cubicBezTo>
                        <a:pt x="357947" y="60815"/>
                        <a:pt x="333035" y="31506"/>
                        <a:pt x="298598" y="13189"/>
                      </a:cubicBezTo>
                      <a:cubicBezTo>
                        <a:pt x="295667" y="11723"/>
                        <a:pt x="292003" y="11723"/>
                        <a:pt x="289073" y="13921"/>
                      </a:cubicBezTo>
                      <a:lnTo>
                        <a:pt x="282478" y="19050"/>
                      </a:lnTo>
                      <a:lnTo>
                        <a:pt x="275151" y="8792"/>
                      </a:lnTo>
                      <a:cubicBezTo>
                        <a:pt x="272953" y="5862"/>
                        <a:pt x="270022" y="2931"/>
                        <a:pt x="266359" y="2198"/>
                      </a:cubicBezTo>
                      <a:cubicBezTo>
                        <a:pt x="259764" y="733"/>
                        <a:pt x="253170" y="0"/>
                        <a:pt x="246576" y="0"/>
                      </a:cubicBezTo>
                      <a:cubicBezTo>
                        <a:pt x="188692" y="0"/>
                        <a:pt x="140333" y="45428"/>
                        <a:pt x="130075" y="104777"/>
                      </a:cubicBezTo>
                      <a:lnTo>
                        <a:pt x="130075" y="109906"/>
                      </a:lnTo>
                      <a:lnTo>
                        <a:pt x="130075" y="109906"/>
                      </a:lnTo>
                      <a:lnTo>
                        <a:pt x="130075" y="122362"/>
                      </a:lnTo>
                      <a:cubicBezTo>
                        <a:pt x="130075" y="138481"/>
                        <a:pt x="127144" y="153868"/>
                        <a:pt x="120550" y="168522"/>
                      </a:cubicBezTo>
                      <a:lnTo>
                        <a:pt x="108094" y="197831"/>
                      </a:lnTo>
                      <a:cubicBezTo>
                        <a:pt x="108094" y="197831"/>
                        <a:pt x="116887" y="195633"/>
                        <a:pt x="131541" y="191236"/>
                      </a:cubicBezTo>
                      <a:cubicBezTo>
                        <a:pt x="135204" y="221277"/>
                        <a:pt x="150591" y="248387"/>
                        <a:pt x="174038" y="266705"/>
                      </a:cubicBezTo>
                      <a:lnTo>
                        <a:pt x="174038" y="285023"/>
                      </a:lnTo>
                      <a:cubicBezTo>
                        <a:pt x="174038" y="287954"/>
                        <a:pt x="172572" y="290884"/>
                        <a:pt x="169641" y="291617"/>
                      </a:cubicBezTo>
                      <a:lnTo>
                        <a:pt x="133739" y="306271"/>
                      </a:lnTo>
                      <a:cubicBezTo>
                        <a:pt x="100034" y="317995"/>
                        <a:pt x="67795" y="331916"/>
                        <a:pt x="40685" y="354630"/>
                      </a:cubicBezTo>
                      <a:cubicBezTo>
                        <a:pt x="23833" y="367819"/>
                        <a:pt x="13575" y="387602"/>
                        <a:pt x="12842" y="408850"/>
                      </a:cubicBezTo>
                      <a:lnTo>
                        <a:pt x="386" y="520221"/>
                      </a:lnTo>
                      <a:cubicBezTo>
                        <a:pt x="-1812" y="536341"/>
                        <a:pt x="5515" y="552461"/>
                        <a:pt x="18704" y="561253"/>
                      </a:cubicBezTo>
                      <a:cubicBezTo>
                        <a:pt x="29695" y="568580"/>
                        <a:pt x="42151" y="574442"/>
                        <a:pt x="54607" y="579571"/>
                      </a:cubicBezTo>
                      <a:lnTo>
                        <a:pt x="75122" y="579571"/>
                      </a:lnTo>
                      <a:lnTo>
                        <a:pt x="75122" y="556857"/>
                      </a:lnTo>
                      <a:cubicBezTo>
                        <a:pt x="61201" y="551728"/>
                        <a:pt x="48012" y="545866"/>
                        <a:pt x="35556" y="537806"/>
                      </a:cubicBezTo>
                      <a:cubicBezTo>
                        <a:pt x="31160" y="534876"/>
                        <a:pt x="28962" y="529747"/>
                        <a:pt x="29695" y="524618"/>
                      </a:cubicBezTo>
                      <a:lnTo>
                        <a:pt x="42151" y="411781"/>
                      </a:lnTo>
                      <a:lnTo>
                        <a:pt x="42151" y="410316"/>
                      </a:lnTo>
                      <a:cubicBezTo>
                        <a:pt x="42151" y="397127"/>
                        <a:pt x="48745" y="385403"/>
                        <a:pt x="59003" y="377344"/>
                      </a:cubicBezTo>
                      <a:cubicBezTo>
                        <a:pt x="83182" y="357561"/>
                        <a:pt x="112490" y="345105"/>
                        <a:pt x="143264" y="334114"/>
                      </a:cubicBezTo>
                      <a:lnTo>
                        <a:pt x="154987" y="330451"/>
                      </a:lnTo>
                      <a:cubicBezTo>
                        <a:pt x="176236" y="343639"/>
                        <a:pt x="209940" y="351699"/>
                        <a:pt x="247308" y="351699"/>
                      </a:cubicBezTo>
                      <a:cubicBezTo>
                        <a:pt x="284676" y="351699"/>
                        <a:pt x="318381" y="343639"/>
                        <a:pt x="340362" y="330451"/>
                      </a:cubicBezTo>
                      <a:lnTo>
                        <a:pt x="351353" y="334114"/>
                      </a:lnTo>
                      <a:close/>
                      <a:moveTo>
                        <a:pt x="159384" y="182444"/>
                      </a:moveTo>
                      <a:cubicBezTo>
                        <a:pt x="209208" y="165592"/>
                        <a:pt x="281013" y="136283"/>
                        <a:pt x="313252" y="95252"/>
                      </a:cubicBezTo>
                      <a:cubicBezTo>
                        <a:pt x="319846" y="105510"/>
                        <a:pt x="327173" y="115035"/>
                        <a:pt x="335233" y="124560"/>
                      </a:cubicBezTo>
                      <a:lnTo>
                        <a:pt x="335233" y="175850"/>
                      </a:lnTo>
                      <a:cubicBezTo>
                        <a:pt x="335233" y="224208"/>
                        <a:pt x="295667" y="263774"/>
                        <a:pt x="247308" y="263774"/>
                      </a:cubicBezTo>
                      <a:cubicBezTo>
                        <a:pt x="201148" y="263774"/>
                        <a:pt x="163047" y="228604"/>
                        <a:pt x="159384" y="182444"/>
                      </a:cubicBezTo>
                      <a:close/>
                      <a:moveTo>
                        <a:pt x="188692" y="314331"/>
                      </a:moveTo>
                      <a:cubicBezTo>
                        <a:pt x="197484" y="307737"/>
                        <a:pt x="203346" y="296746"/>
                        <a:pt x="203346" y="285023"/>
                      </a:cubicBezTo>
                      <a:lnTo>
                        <a:pt x="203346" y="284290"/>
                      </a:lnTo>
                      <a:cubicBezTo>
                        <a:pt x="231189" y="296013"/>
                        <a:pt x="263428" y="296013"/>
                        <a:pt x="291271" y="284290"/>
                      </a:cubicBezTo>
                      <a:lnTo>
                        <a:pt x="291271" y="285023"/>
                      </a:lnTo>
                      <a:cubicBezTo>
                        <a:pt x="291271" y="296013"/>
                        <a:pt x="296400" y="307004"/>
                        <a:pt x="305192" y="314331"/>
                      </a:cubicBezTo>
                      <a:cubicBezTo>
                        <a:pt x="286142" y="320193"/>
                        <a:pt x="266359" y="323123"/>
                        <a:pt x="246576" y="322391"/>
                      </a:cubicBezTo>
                      <a:cubicBezTo>
                        <a:pt x="227525" y="322391"/>
                        <a:pt x="207742" y="319460"/>
                        <a:pt x="188692" y="31433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E3137125-FE52-F7E8-DDA9-B4FA441680F9}"/>
                    </a:ext>
                  </a:extLst>
                </p:cNvPr>
                <p:cNvSpPr/>
                <p:nvPr/>
              </p:nvSpPr>
              <p:spPr>
                <a:xfrm>
                  <a:off x="1892868" y="6830160"/>
                  <a:ext cx="1038724" cy="565984"/>
                </a:xfrm>
                <a:custGeom>
                  <a:avLst/>
                  <a:gdLst>
                    <a:gd name="connsiteX0" fmla="*/ 371482 w 427167"/>
                    <a:gd name="connsiteY0" fmla="*/ 18318 h 228604"/>
                    <a:gd name="connsiteX1" fmla="*/ 353164 w 427167"/>
                    <a:gd name="connsiteY1" fmla="*/ 0 h 228604"/>
                    <a:gd name="connsiteX2" fmla="*/ 353164 w 427167"/>
                    <a:gd name="connsiteY2" fmla="*/ 0 h 228604"/>
                    <a:gd name="connsiteX3" fmla="*/ 74003 w 427167"/>
                    <a:gd name="connsiteY3" fmla="*/ 0 h 228604"/>
                    <a:gd name="connsiteX4" fmla="*/ 55686 w 427167"/>
                    <a:gd name="connsiteY4" fmla="*/ 18318 h 228604"/>
                    <a:gd name="connsiteX5" fmla="*/ 55686 w 427167"/>
                    <a:gd name="connsiteY5" fmla="*/ 18318 h 228604"/>
                    <a:gd name="connsiteX6" fmla="*/ 55686 w 427167"/>
                    <a:gd name="connsiteY6" fmla="*/ 200762 h 228604"/>
                    <a:gd name="connsiteX7" fmla="*/ 0 w 427167"/>
                    <a:gd name="connsiteY7" fmla="*/ 200762 h 228604"/>
                    <a:gd name="connsiteX8" fmla="*/ 0 w 427167"/>
                    <a:gd name="connsiteY8" fmla="*/ 210287 h 228604"/>
                    <a:gd name="connsiteX9" fmla="*/ 18318 w 427167"/>
                    <a:gd name="connsiteY9" fmla="*/ 228604 h 228604"/>
                    <a:gd name="connsiteX10" fmla="*/ 408850 w 427167"/>
                    <a:gd name="connsiteY10" fmla="*/ 228604 h 228604"/>
                    <a:gd name="connsiteX11" fmla="*/ 427168 w 427167"/>
                    <a:gd name="connsiteY11" fmla="*/ 210287 h 228604"/>
                    <a:gd name="connsiteX12" fmla="*/ 427168 w 427167"/>
                    <a:gd name="connsiteY12" fmla="*/ 200762 h 228604"/>
                    <a:gd name="connsiteX13" fmla="*/ 371482 w 427167"/>
                    <a:gd name="connsiteY13" fmla="*/ 200762 h 228604"/>
                    <a:gd name="connsiteX14" fmla="*/ 371482 w 427167"/>
                    <a:gd name="connsiteY14" fmla="*/ 18318 h 228604"/>
                    <a:gd name="connsiteX15" fmla="*/ 175117 w 427167"/>
                    <a:gd name="connsiteY15" fmla="*/ 139214 h 228604"/>
                    <a:gd name="connsiteX16" fmla="*/ 164859 w 427167"/>
                    <a:gd name="connsiteY16" fmla="*/ 149472 h 228604"/>
                    <a:gd name="connsiteX17" fmla="*/ 123827 w 427167"/>
                    <a:gd name="connsiteY17" fmla="*/ 108441 h 228604"/>
                    <a:gd name="connsiteX18" fmla="*/ 164859 w 427167"/>
                    <a:gd name="connsiteY18" fmla="*/ 67409 h 228604"/>
                    <a:gd name="connsiteX19" fmla="*/ 175117 w 427167"/>
                    <a:gd name="connsiteY19" fmla="*/ 77667 h 228604"/>
                    <a:gd name="connsiteX20" fmla="*/ 144343 w 427167"/>
                    <a:gd name="connsiteY20" fmla="*/ 108441 h 228604"/>
                    <a:gd name="connsiteX21" fmla="*/ 175117 w 427167"/>
                    <a:gd name="connsiteY21" fmla="*/ 139214 h 228604"/>
                    <a:gd name="connsiteX22" fmla="*/ 202960 w 427167"/>
                    <a:gd name="connsiteY22" fmla="*/ 154601 h 228604"/>
                    <a:gd name="connsiteX23" fmla="*/ 189771 w 427167"/>
                    <a:gd name="connsiteY23" fmla="*/ 148739 h 228604"/>
                    <a:gd name="connsiteX24" fmla="*/ 224208 w 427167"/>
                    <a:gd name="connsiteY24" fmla="*/ 65944 h 228604"/>
                    <a:gd name="connsiteX25" fmla="*/ 237397 w 427167"/>
                    <a:gd name="connsiteY25" fmla="*/ 71805 h 228604"/>
                    <a:gd name="connsiteX26" fmla="*/ 202960 w 427167"/>
                    <a:gd name="connsiteY26" fmla="*/ 154601 h 228604"/>
                    <a:gd name="connsiteX27" fmla="*/ 261576 w 427167"/>
                    <a:gd name="connsiteY27" fmla="*/ 150205 h 228604"/>
                    <a:gd name="connsiteX28" fmla="*/ 251318 w 427167"/>
                    <a:gd name="connsiteY28" fmla="*/ 139947 h 228604"/>
                    <a:gd name="connsiteX29" fmla="*/ 282092 w 427167"/>
                    <a:gd name="connsiteY29" fmla="*/ 109173 h 228604"/>
                    <a:gd name="connsiteX30" fmla="*/ 251318 w 427167"/>
                    <a:gd name="connsiteY30" fmla="*/ 78400 h 228604"/>
                    <a:gd name="connsiteX31" fmla="*/ 261576 w 427167"/>
                    <a:gd name="connsiteY31" fmla="*/ 68142 h 228604"/>
                    <a:gd name="connsiteX32" fmla="*/ 302608 w 427167"/>
                    <a:gd name="connsiteY32" fmla="*/ 109173 h 228604"/>
                    <a:gd name="connsiteX33" fmla="*/ 261576 w 427167"/>
                    <a:gd name="connsiteY33" fmla="*/ 150205 h 2286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427167" h="228604">
                      <a:moveTo>
                        <a:pt x="371482" y="18318"/>
                      </a:moveTo>
                      <a:cubicBezTo>
                        <a:pt x="371482" y="8060"/>
                        <a:pt x="363422" y="0"/>
                        <a:pt x="353164" y="0"/>
                      </a:cubicBezTo>
                      <a:lnTo>
                        <a:pt x="353164" y="0"/>
                      </a:lnTo>
                      <a:lnTo>
                        <a:pt x="74003" y="0"/>
                      </a:lnTo>
                      <a:cubicBezTo>
                        <a:pt x="63745" y="0"/>
                        <a:pt x="55686" y="8060"/>
                        <a:pt x="55686" y="18318"/>
                      </a:cubicBezTo>
                      <a:lnTo>
                        <a:pt x="55686" y="18318"/>
                      </a:lnTo>
                      <a:lnTo>
                        <a:pt x="55686" y="200762"/>
                      </a:lnTo>
                      <a:lnTo>
                        <a:pt x="0" y="200762"/>
                      </a:lnTo>
                      <a:lnTo>
                        <a:pt x="0" y="210287"/>
                      </a:lnTo>
                      <a:cubicBezTo>
                        <a:pt x="0" y="220545"/>
                        <a:pt x="8060" y="228604"/>
                        <a:pt x="18318" y="228604"/>
                      </a:cubicBezTo>
                      <a:lnTo>
                        <a:pt x="408850" y="228604"/>
                      </a:lnTo>
                      <a:cubicBezTo>
                        <a:pt x="419108" y="228604"/>
                        <a:pt x="427168" y="220545"/>
                        <a:pt x="427168" y="210287"/>
                      </a:cubicBezTo>
                      <a:lnTo>
                        <a:pt x="427168" y="200762"/>
                      </a:lnTo>
                      <a:lnTo>
                        <a:pt x="371482" y="200762"/>
                      </a:lnTo>
                      <a:lnTo>
                        <a:pt x="371482" y="18318"/>
                      </a:lnTo>
                      <a:close/>
                      <a:moveTo>
                        <a:pt x="175117" y="139214"/>
                      </a:moveTo>
                      <a:lnTo>
                        <a:pt x="164859" y="149472"/>
                      </a:lnTo>
                      <a:lnTo>
                        <a:pt x="123827" y="108441"/>
                      </a:lnTo>
                      <a:lnTo>
                        <a:pt x="164859" y="67409"/>
                      </a:lnTo>
                      <a:lnTo>
                        <a:pt x="175117" y="77667"/>
                      </a:lnTo>
                      <a:lnTo>
                        <a:pt x="144343" y="108441"/>
                      </a:lnTo>
                      <a:lnTo>
                        <a:pt x="175117" y="139214"/>
                      </a:lnTo>
                      <a:close/>
                      <a:moveTo>
                        <a:pt x="202960" y="154601"/>
                      </a:moveTo>
                      <a:lnTo>
                        <a:pt x="189771" y="148739"/>
                      </a:lnTo>
                      <a:lnTo>
                        <a:pt x="224208" y="65944"/>
                      </a:lnTo>
                      <a:lnTo>
                        <a:pt x="237397" y="71805"/>
                      </a:lnTo>
                      <a:lnTo>
                        <a:pt x="202960" y="154601"/>
                      </a:lnTo>
                      <a:close/>
                      <a:moveTo>
                        <a:pt x="261576" y="150205"/>
                      </a:moveTo>
                      <a:lnTo>
                        <a:pt x="251318" y="139947"/>
                      </a:lnTo>
                      <a:lnTo>
                        <a:pt x="282092" y="109173"/>
                      </a:lnTo>
                      <a:lnTo>
                        <a:pt x="251318" y="78400"/>
                      </a:lnTo>
                      <a:lnTo>
                        <a:pt x="261576" y="68142"/>
                      </a:lnTo>
                      <a:lnTo>
                        <a:pt x="302608" y="109173"/>
                      </a:lnTo>
                      <a:lnTo>
                        <a:pt x="261576" y="1502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4BBC90C-D6F5-F470-A1A9-18FD83FFC987}"/>
                    </a:ext>
                  </a:extLst>
                </p:cNvPr>
                <p:cNvSpPr txBox="1"/>
                <p:nvPr/>
              </p:nvSpPr>
              <p:spPr>
                <a:xfrm>
                  <a:off x="1180021" y="7610189"/>
                  <a:ext cx="235711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rgbClr val="00B0F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IBM Plex Sans" panose="020B0503050203000203" pitchFamily="34" charset="0"/>
                    </a:rPr>
                    <a:t>Dev</a:t>
                  </a:r>
                  <a:endParaRPr lang="pt-BR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600891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44AC69E-288B-6742-323E-BF7A6C6C3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2" y="2030385"/>
            <a:ext cx="21805024" cy="116457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Integration</a:t>
            </a:r>
            <a:r>
              <a:rPr lang="pt-BR" dirty="0"/>
              <a:t> Service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89D73F-8227-7484-1ABC-297EF84DA69D}"/>
              </a:ext>
            </a:extLst>
          </p:cNvPr>
          <p:cNvSpPr/>
          <p:nvPr/>
        </p:nvSpPr>
        <p:spPr>
          <a:xfrm>
            <a:off x="8964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WSDL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AE544-D0FB-D5A7-17BC-37CFA8E6D8BE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DCE685B-4CC5-6764-CB9E-1B10A90095D8}"/>
              </a:ext>
            </a:extLst>
          </p:cNvPr>
          <p:cNvGrpSpPr/>
          <p:nvPr/>
        </p:nvGrpSpPr>
        <p:grpSpPr>
          <a:xfrm>
            <a:off x="15805386" y="11294546"/>
            <a:ext cx="8578614" cy="2365872"/>
            <a:chOff x="15805386" y="11294546"/>
            <a:chExt cx="8578614" cy="236587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069CF42-586A-8E8F-A551-9E9C28B82366}"/>
                </a:ext>
              </a:extLst>
            </p:cNvPr>
            <p:cNvSpPr/>
            <p:nvPr/>
          </p:nvSpPr>
          <p:spPr>
            <a:xfrm>
              <a:off x="15805386" y="11294546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ACE_Workshop_Sample_005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468531C-498E-AC03-C7E6-A961902BF1C8}"/>
                </a:ext>
              </a:extLst>
            </p:cNvPr>
            <p:cNvGrpSpPr/>
            <p:nvPr/>
          </p:nvGrpSpPr>
          <p:grpSpPr>
            <a:xfrm>
              <a:off x="16968413" y="11464960"/>
              <a:ext cx="7415587" cy="2195458"/>
              <a:chOff x="16968413" y="11429102"/>
              <a:chExt cx="7415587" cy="2195458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394C6320-203B-3156-E510-F046A254B02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2387" t="17150" r="54538" b="69326"/>
              <a:stretch/>
            </p:blipFill>
            <p:spPr>
              <a:xfrm>
                <a:off x="16968413" y="12191999"/>
                <a:ext cx="7117977" cy="115233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B14A44D6-B1D3-BF54-3561-626E70DAE325}"/>
                  </a:ext>
                </a:extLst>
              </p:cNvPr>
              <p:cNvGrpSpPr/>
              <p:nvPr/>
            </p:nvGrpSpPr>
            <p:grpSpPr>
              <a:xfrm>
                <a:off x="22026890" y="11429102"/>
                <a:ext cx="2357110" cy="2195458"/>
                <a:chOff x="1180021" y="5876396"/>
                <a:chExt cx="2357110" cy="2195458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C04DA2C1-502F-0BFC-84D4-984B374EA31D}"/>
                    </a:ext>
                  </a:extLst>
                </p:cNvPr>
                <p:cNvSpPr/>
                <p:nvPr/>
              </p:nvSpPr>
              <p:spPr>
                <a:xfrm>
                  <a:off x="1809972" y="5876396"/>
                  <a:ext cx="1200956" cy="1434912"/>
                </a:xfrm>
                <a:custGeom>
                  <a:avLst/>
                  <a:gdLst>
                    <a:gd name="connsiteX0" fmla="*/ 351353 w 493883"/>
                    <a:gd name="connsiteY0" fmla="*/ 334114 h 579570"/>
                    <a:gd name="connsiteX1" fmla="*/ 435614 w 493883"/>
                    <a:gd name="connsiteY1" fmla="*/ 377344 h 579570"/>
                    <a:gd name="connsiteX2" fmla="*/ 451733 w 493883"/>
                    <a:gd name="connsiteY2" fmla="*/ 410316 h 579570"/>
                    <a:gd name="connsiteX3" fmla="*/ 464922 w 493883"/>
                    <a:gd name="connsiteY3" fmla="*/ 523885 h 579570"/>
                    <a:gd name="connsiteX4" fmla="*/ 459060 w 493883"/>
                    <a:gd name="connsiteY4" fmla="*/ 537074 h 579570"/>
                    <a:gd name="connsiteX5" fmla="*/ 459060 w 493883"/>
                    <a:gd name="connsiteY5" fmla="*/ 537074 h 579570"/>
                    <a:gd name="connsiteX6" fmla="*/ 419494 w 493883"/>
                    <a:gd name="connsiteY6" fmla="*/ 556124 h 579570"/>
                    <a:gd name="connsiteX7" fmla="*/ 419494 w 493883"/>
                    <a:gd name="connsiteY7" fmla="*/ 579571 h 579570"/>
                    <a:gd name="connsiteX8" fmla="*/ 439277 w 493883"/>
                    <a:gd name="connsiteY8" fmla="*/ 579571 h 579570"/>
                    <a:gd name="connsiteX9" fmla="*/ 475180 w 493883"/>
                    <a:gd name="connsiteY9" fmla="*/ 561253 h 579570"/>
                    <a:gd name="connsiteX10" fmla="*/ 475180 w 493883"/>
                    <a:gd name="connsiteY10" fmla="*/ 561253 h 579570"/>
                    <a:gd name="connsiteX11" fmla="*/ 493498 w 493883"/>
                    <a:gd name="connsiteY11" fmla="*/ 520221 h 579570"/>
                    <a:gd name="connsiteX12" fmla="*/ 481774 w 493883"/>
                    <a:gd name="connsiteY12" fmla="*/ 409583 h 579570"/>
                    <a:gd name="connsiteX13" fmla="*/ 454664 w 493883"/>
                    <a:gd name="connsiteY13" fmla="*/ 355363 h 579570"/>
                    <a:gd name="connsiteX14" fmla="*/ 361610 w 493883"/>
                    <a:gd name="connsiteY14" fmla="*/ 307004 h 579570"/>
                    <a:gd name="connsiteX15" fmla="*/ 325708 w 493883"/>
                    <a:gd name="connsiteY15" fmla="*/ 292350 h 579570"/>
                    <a:gd name="connsiteX16" fmla="*/ 321312 w 493883"/>
                    <a:gd name="connsiteY16" fmla="*/ 285755 h 579570"/>
                    <a:gd name="connsiteX17" fmla="*/ 321312 w 493883"/>
                    <a:gd name="connsiteY17" fmla="*/ 268170 h 579570"/>
                    <a:gd name="connsiteX18" fmla="*/ 365274 w 493883"/>
                    <a:gd name="connsiteY18" fmla="*/ 176582 h 579570"/>
                    <a:gd name="connsiteX19" fmla="*/ 365274 w 493883"/>
                    <a:gd name="connsiteY19" fmla="*/ 150205 h 579570"/>
                    <a:gd name="connsiteX20" fmla="*/ 379928 w 493883"/>
                    <a:gd name="connsiteY20" fmla="*/ 154601 h 579570"/>
                    <a:gd name="connsiteX21" fmla="*/ 367472 w 493883"/>
                    <a:gd name="connsiteY21" fmla="*/ 117966 h 579570"/>
                    <a:gd name="connsiteX22" fmla="*/ 363809 w 493883"/>
                    <a:gd name="connsiteY22" fmla="*/ 102579 h 579570"/>
                    <a:gd name="connsiteX23" fmla="*/ 298598 w 493883"/>
                    <a:gd name="connsiteY23" fmla="*/ 13189 h 579570"/>
                    <a:gd name="connsiteX24" fmla="*/ 289073 w 493883"/>
                    <a:gd name="connsiteY24" fmla="*/ 13921 h 579570"/>
                    <a:gd name="connsiteX25" fmla="*/ 282478 w 493883"/>
                    <a:gd name="connsiteY25" fmla="*/ 19050 h 579570"/>
                    <a:gd name="connsiteX26" fmla="*/ 275151 w 493883"/>
                    <a:gd name="connsiteY26" fmla="*/ 8792 h 579570"/>
                    <a:gd name="connsiteX27" fmla="*/ 266359 w 493883"/>
                    <a:gd name="connsiteY27" fmla="*/ 2198 h 579570"/>
                    <a:gd name="connsiteX28" fmla="*/ 246576 w 493883"/>
                    <a:gd name="connsiteY28" fmla="*/ 0 h 579570"/>
                    <a:gd name="connsiteX29" fmla="*/ 130075 w 493883"/>
                    <a:gd name="connsiteY29" fmla="*/ 104777 h 579570"/>
                    <a:gd name="connsiteX30" fmla="*/ 130075 w 493883"/>
                    <a:gd name="connsiteY30" fmla="*/ 109906 h 579570"/>
                    <a:gd name="connsiteX31" fmla="*/ 130075 w 493883"/>
                    <a:gd name="connsiteY31" fmla="*/ 109906 h 579570"/>
                    <a:gd name="connsiteX32" fmla="*/ 130075 w 493883"/>
                    <a:gd name="connsiteY32" fmla="*/ 122362 h 579570"/>
                    <a:gd name="connsiteX33" fmla="*/ 120550 w 493883"/>
                    <a:gd name="connsiteY33" fmla="*/ 168522 h 579570"/>
                    <a:gd name="connsiteX34" fmla="*/ 108094 w 493883"/>
                    <a:gd name="connsiteY34" fmla="*/ 197831 h 579570"/>
                    <a:gd name="connsiteX35" fmla="*/ 131541 w 493883"/>
                    <a:gd name="connsiteY35" fmla="*/ 191236 h 579570"/>
                    <a:gd name="connsiteX36" fmla="*/ 174038 w 493883"/>
                    <a:gd name="connsiteY36" fmla="*/ 266705 h 579570"/>
                    <a:gd name="connsiteX37" fmla="*/ 174038 w 493883"/>
                    <a:gd name="connsiteY37" fmla="*/ 285023 h 579570"/>
                    <a:gd name="connsiteX38" fmla="*/ 169641 w 493883"/>
                    <a:gd name="connsiteY38" fmla="*/ 291617 h 579570"/>
                    <a:gd name="connsiteX39" fmla="*/ 133739 w 493883"/>
                    <a:gd name="connsiteY39" fmla="*/ 306271 h 579570"/>
                    <a:gd name="connsiteX40" fmla="*/ 40685 w 493883"/>
                    <a:gd name="connsiteY40" fmla="*/ 354630 h 579570"/>
                    <a:gd name="connsiteX41" fmla="*/ 12842 w 493883"/>
                    <a:gd name="connsiteY41" fmla="*/ 408850 h 579570"/>
                    <a:gd name="connsiteX42" fmla="*/ 386 w 493883"/>
                    <a:gd name="connsiteY42" fmla="*/ 520221 h 579570"/>
                    <a:gd name="connsiteX43" fmla="*/ 18704 w 493883"/>
                    <a:gd name="connsiteY43" fmla="*/ 561253 h 579570"/>
                    <a:gd name="connsiteX44" fmla="*/ 54607 w 493883"/>
                    <a:gd name="connsiteY44" fmla="*/ 579571 h 579570"/>
                    <a:gd name="connsiteX45" fmla="*/ 75122 w 493883"/>
                    <a:gd name="connsiteY45" fmla="*/ 579571 h 579570"/>
                    <a:gd name="connsiteX46" fmla="*/ 75122 w 493883"/>
                    <a:gd name="connsiteY46" fmla="*/ 556857 h 579570"/>
                    <a:gd name="connsiteX47" fmla="*/ 35556 w 493883"/>
                    <a:gd name="connsiteY47" fmla="*/ 537806 h 579570"/>
                    <a:gd name="connsiteX48" fmla="*/ 29695 w 493883"/>
                    <a:gd name="connsiteY48" fmla="*/ 524618 h 579570"/>
                    <a:gd name="connsiteX49" fmla="*/ 42151 w 493883"/>
                    <a:gd name="connsiteY49" fmla="*/ 411781 h 579570"/>
                    <a:gd name="connsiteX50" fmla="*/ 42151 w 493883"/>
                    <a:gd name="connsiteY50" fmla="*/ 410316 h 579570"/>
                    <a:gd name="connsiteX51" fmla="*/ 59003 w 493883"/>
                    <a:gd name="connsiteY51" fmla="*/ 377344 h 579570"/>
                    <a:gd name="connsiteX52" fmla="*/ 143264 w 493883"/>
                    <a:gd name="connsiteY52" fmla="*/ 334114 h 579570"/>
                    <a:gd name="connsiteX53" fmla="*/ 154987 w 493883"/>
                    <a:gd name="connsiteY53" fmla="*/ 330451 h 579570"/>
                    <a:gd name="connsiteX54" fmla="*/ 247308 w 493883"/>
                    <a:gd name="connsiteY54" fmla="*/ 351699 h 579570"/>
                    <a:gd name="connsiteX55" fmla="*/ 340362 w 493883"/>
                    <a:gd name="connsiteY55" fmla="*/ 330451 h 579570"/>
                    <a:gd name="connsiteX56" fmla="*/ 351353 w 493883"/>
                    <a:gd name="connsiteY56" fmla="*/ 334114 h 579570"/>
                    <a:gd name="connsiteX57" fmla="*/ 159384 w 493883"/>
                    <a:gd name="connsiteY57" fmla="*/ 182444 h 579570"/>
                    <a:gd name="connsiteX58" fmla="*/ 313252 w 493883"/>
                    <a:gd name="connsiteY58" fmla="*/ 95252 h 579570"/>
                    <a:gd name="connsiteX59" fmla="*/ 335233 w 493883"/>
                    <a:gd name="connsiteY59" fmla="*/ 124560 h 579570"/>
                    <a:gd name="connsiteX60" fmla="*/ 335233 w 493883"/>
                    <a:gd name="connsiteY60" fmla="*/ 175850 h 579570"/>
                    <a:gd name="connsiteX61" fmla="*/ 247308 w 493883"/>
                    <a:gd name="connsiteY61" fmla="*/ 263774 h 579570"/>
                    <a:gd name="connsiteX62" fmla="*/ 159384 w 493883"/>
                    <a:gd name="connsiteY62" fmla="*/ 182444 h 579570"/>
                    <a:gd name="connsiteX63" fmla="*/ 188692 w 493883"/>
                    <a:gd name="connsiteY63" fmla="*/ 314331 h 579570"/>
                    <a:gd name="connsiteX64" fmla="*/ 203346 w 493883"/>
                    <a:gd name="connsiteY64" fmla="*/ 285023 h 579570"/>
                    <a:gd name="connsiteX65" fmla="*/ 203346 w 493883"/>
                    <a:gd name="connsiteY65" fmla="*/ 284290 h 579570"/>
                    <a:gd name="connsiteX66" fmla="*/ 291271 w 493883"/>
                    <a:gd name="connsiteY66" fmla="*/ 284290 h 579570"/>
                    <a:gd name="connsiteX67" fmla="*/ 291271 w 493883"/>
                    <a:gd name="connsiteY67" fmla="*/ 285023 h 579570"/>
                    <a:gd name="connsiteX68" fmla="*/ 305192 w 493883"/>
                    <a:gd name="connsiteY68" fmla="*/ 314331 h 579570"/>
                    <a:gd name="connsiteX69" fmla="*/ 246576 w 493883"/>
                    <a:gd name="connsiteY69" fmla="*/ 322391 h 579570"/>
                    <a:gd name="connsiteX70" fmla="*/ 188692 w 493883"/>
                    <a:gd name="connsiteY70" fmla="*/ 314331 h 5795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493883" h="579570">
                      <a:moveTo>
                        <a:pt x="351353" y="334114"/>
                      </a:moveTo>
                      <a:cubicBezTo>
                        <a:pt x="382126" y="345105"/>
                        <a:pt x="411434" y="357561"/>
                        <a:pt x="435614" y="377344"/>
                      </a:cubicBezTo>
                      <a:cubicBezTo>
                        <a:pt x="445872" y="385403"/>
                        <a:pt x="451733" y="397127"/>
                        <a:pt x="451733" y="410316"/>
                      </a:cubicBezTo>
                      <a:lnTo>
                        <a:pt x="464922" y="523885"/>
                      </a:lnTo>
                      <a:cubicBezTo>
                        <a:pt x="465655" y="529014"/>
                        <a:pt x="463457" y="534143"/>
                        <a:pt x="459060" y="537074"/>
                      </a:cubicBezTo>
                      <a:lnTo>
                        <a:pt x="459060" y="537074"/>
                      </a:lnTo>
                      <a:cubicBezTo>
                        <a:pt x="446604" y="545133"/>
                        <a:pt x="433416" y="551728"/>
                        <a:pt x="419494" y="556124"/>
                      </a:cubicBezTo>
                      <a:lnTo>
                        <a:pt x="419494" y="579571"/>
                      </a:lnTo>
                      <a:lnTo>
                        <a:pt x="439277" y="579571"/>
                      </a:lnTo>
                      <a:cubicBezTo>
                        <a:pt x="451733" y="574442"/>
                        <a:pt x="464189" y="568580"/>
                        <a:pt x="475180" y="561253"/>
                      </a:cubicBezTo>
                      <a:lnTo>
                        <a:pt x="475180" y="561253"/>
                      </a:lnTo>
                      <a:cubicBezTo>
                        <a:pt x="488369" y="552461"/>
                        <a:pt x="495696" y="536341"/>
                        <a:pt x="493498" y="520221"/>
                      </a:cubicBezTo>
                      <a:lnTo>
                        <a:pt x="481774" y="409583"/>
                      </a:lnTo>
                      <a:cubicBezTo>
                        <a:pt x="481042" y="388334"/>
                        <a:pt x="471516" y="368551"/>
                        <a:pt x="454664" y="355363"/>
                      </a:cubicBezTo>
                      <a:cubicBezTo>
                        <a:pt x="427554" y="332649"/>
                        <a:pt x="395315" y="318727"/>
                        <a:pt x="361610" y="307004"/>
                      </a:cubicBezTo>
                      <a:lnTo>
                        <a:pt x="325708" y="292350"/>
                      </a:lnTo>
                      <a:cubicBezTo>
                        <a:pt x="322777" y="290884"/>
                        <a:pt x="321312" y="288686"/>
                        <a:pt x="321312" y="285755"/>
                      </a:cubicBezTo>
                      <a:lnTo>
                        <a:pt x="321312" y="268170"/>
                      </a:lnTo>
                      <a:cubicBezTo>
                        <a:pt x="349154" y="246189"/>
                        <a:pt x="365274" y="212485"/>
                        <a:pt x="365274" y="176582"/>
                      </a:cubicBezTo>
                      <a:lnTo>
                        <a:pt x="365274" y="150205"/>
                      </a:lnTo>
                      <a:cubicBezTo>
                        <a:pt x="369670" y="153136"/>
                        <a:pt x="374799" y="153868"/>
                        <a:pt x="379928" y="154601"/>
                      </a:cubicBezTo>
                      <a:lnTo>
                        <a:pt x="367472" y="117966"/>
                      </a:lnTo>
                      <a:cubicBezTo>
                        <a:pt x="366007" y="112837"/>
                        <a:pt x="364541" y="107708"/>
                        <a:pt x="363809" y="102579"/>
                      </a:cubicBezTo>
                      <a:cubicBezTo>
                        <a:pt x="357947" y="60815"/>
                        <a:pt x="333035" y="31506"/>
                        <a:pt x="298598" y="13189"/>
                      </a:cubicBezTo>
                      <a:cubicBezTo>
                        <a:pt x="295667" y="11723"/>
                        <a:pt x="292003" y="11723"/>
                        <a:pt x="289073" y="13921"/>
                      </a:cubicBezTo>
                      <a:lnTo>
                        <a:pt x="282478" y="19050"/>
                      </a:lnTo>
                      <a:lnTo>
                        <a:pt x="275151" y="8792"/>
                      </a:lnTo>
                      <a:cubicBezTo>
                        <a:pt x="272953" y="5862"/>
                        <a:pt x="270022" y="2931"/>
                        <a:pt x="266359" y="2198"/>
                      </a:cubicBezTo>
                      <a:cubicBezTo>
                        <a:pt x="259764" y="733"/>
                        <a:pt x="253170" y="0"/>
                        <a:pt x="246576" y="0"/>
                      </a:cubicBezTo>
                      <a:cubicBezTo>
                        <a:pt x="188692" y="0"/>
                        <a:pt x="140333" y="45428"/>
                        <a:pt x="130075" y="104777"/>
                      </a:cubicBezTo>
                      <a:lnTo>
                        <a:pt x="130075" y="109906"/>
                      </a:lnTo>
                      <a:lnTo>
                        <a:pt x="130075" y="109906"/>
                      </a:lnTo>
                      <a:lnTo>
                        <a:pt x="130075" y="122362"/>
                      </a:lnTo>
                      <a:cubicBezTo>
                        <a:pt x="130075" y="138481"/>
                        <a:pt x="127144" y="153868"/>
                        <a:pt x="120550" y="168522"/>
                      </a:cubicBezTo>
                      <a:lnTo>
                        <a:pt x="108094" y="197831"/>
                      </a:lnTo>
                      <a:cubicBezTo>
                        <a:pt x="108094" y="197831"/>
                        <a:pt x="116887" y="195633"/>
                        <a:pt x="131541" y="191236"/>
                      </a:cubicBezTo>
                      <a:cubicBezTo>
                        <a:pt x="135204" y="221277"/>
                        <a:pt x="150591" y="248387"/>
                        <a:pt x="174038" y="266705"/>
                      </a:cubicBezTo>
                      <a:lnTo>
                        <a:pt x="174038" y="285023"/>
                      </a:lnTo>
                      <a:cubicBezTo>
                        <a:pt x="174038" y="287954"/>
                        <a:pt x="172572" y="290884"/>
                        <a:pt x="169641" y="291617"/>
                      </a:cubicBezTo>
                      <a:lnTo>
                        <a:pt x="133739" y="306271"/>
                      </a:lnTo>
                      <a:cubicBezTo>
                        <a:pt x="100034" y="317995"/>
                        <a:pt x="67795" y="331916"/>
                        <a:pt x="40685" y="354630"/>
                      </a:cubicBezTo>
                      <a:cubicBezTo>
                        <a:pt x="23833" y="367819"/>
                        <a:pt x="13575" y="387602"/>
                        <a:pt x="12842" y="408850"/>
                      </a:cubicBezTo>
                      <a:lnTo>
                        <a:pt x="386" y="520221"/>
                      </a:lnTo>
                      <a:cubicBezTo>
                        <a:pt x="-1812" y="536341"/>
                        <a:pt x="5515" y="552461"/>
                        <a:pt x="18704" y="561253"/>
                      </a:cubicBezTo>
                      <a:cubicBezTo>
                        <a:pt x="29695" y="568580"/>
                        <a:pt x="42151" y="574442"/>
                        <a:pt x="54607" y="579571"/>
                      </a:cubicBezTo>
                      <a:lnTo>
                        <a:pt x="75122" y="579571"/>
                      </a:lnTo>
                      <a:lnTo>
                        <a:pt x="75122" y="556857"/>
                      </a:lnTo>
                      <a:cubicBezTo>
                        <a:pt x="61201" y="551728"/>
                        <a:pt x="48012" y="545866"/>
                        <a:pt x="35556" y="537806"/>
                      </a:cubicBezTo>
                      <a:cubicBezTo>
                        <a:pt x="31160" y="534876"/>
                        <a:pt x="28962" y="529747"/>
                        <a:pt x="29695" y="524618"/>
                      </a:cubicBezTo>
                      <a:lnTo>
                        <a:pt x="42151" y="411781"/>
                      </a:lnTo>
                      <a:lnTo>
                        <a:pt x="42151" y="410316"/>
                      </a:lnTo>
                      <a:cubicBezTo>
                        <a:pt x="42151" y="397127"/>
                        <a:pt x="48745" y="385403"/>
                        <a:pt x="59003" y="377344"/>
                      </a:cubicBezTo>
                      <a:cubicBezTo>
                        <a:pt x="83182" y="357561"/>
                        <a:pt x="112490" y="345105"/>
                        <a:pt x="143264" y="334114"/>
                      </a:cubicBezTo>
                      <a:lnTo>
                        <a:pt x="154987" y="330451"/>
                      </a:lnTo>
                      <a:cubicBezTo>
                        <a:pt x="176236" y="343639"/>
                        <a:pt x="209940" y="351699"/>
                        <a:pt x="247308" y="351699"/>
                      </a:cubicBezTo>
                      <a:cubicBezTo>
                        <a:pt x="284676" y="351699"/>
                        <a:pt x="318381" y="343639"/>
                        <a:pt x="340362" y="330451"/>
                      </a:cubicBezTo>
                      <a:lnTo>
                        <a:pt x="351353" y="334114"/>
                      </a:lnTo>
                      <a:close/>
                      <a:moveTo>
                        <a:pt x="159384" y="182444"/>
                      </a:moveTo>
                      <a:cubicBezTo>
                        <a:pt x="209208" y="165592"/>
                        <a:pt x="281013" y="136283"/>
                        <a:pt x="313252" y="95252"/>
                      </a:cubicBezTo>
                      <a:cubicBezTo>
                        <a:pt x="319846" y="105510"/>
                        <a:pt x="327173" y="115035"/>
                        <a:pt x="335233" y="124560"/>
                      </a:cubicBezTo>
                      <a:lnTo>
                        <a:pt x="335233" y="175850"/>
                      </a:lnTo>
                      <a:cubicBezTo>
                        <a:pt x="335233" y="224208"/>
                        <a:pt x="295667" y="263774"/>
                        <a:pt x="247308" y="263774"/>
                      </a:cubicBezTo>
                      <a:cubicBezTo>
                        <a:pt x="201148" y="263774"/>
                        <a:pt x="163047" y="228604"/>
                        <a:pt x="159384" y="182444"/>
                      </a:cubicBezTo>
                      <a:close/>
                      <a:moveTo>
                        <a:pt x="188692" y="314331"/>
                      </a:moveTo>
                      <a:cubicBezTo>
                        <a:pt x="197484" y="307737"/>
                        <a:pt x="203346" y="296746"/>
                        <a:pt x="203346" y="285023"/>
                      </a:cubicBezTo>
                      <a:lnTo>
                        <a:pt x="203346" y="284290"/>
                      </a:lnTo>
                      <a:cubicBezTo>
                        <a:pt x="231189" y="296013"/>
                        <a:pt x="263428" y="296013"/>
                        <a:pt x="291271" y="284290"/>
                      </a:cubicBezTo>
                      <a:lnTo>
                        <a:pt x="291271" y="285023"/>
                      </a:lnTo>
                      <a:cubicBezTo>
                        <a:pt x="291271" y="296013"/>
                        <a:pt x="296400" y="307004"/>
                        <a:pt x="305192" y="314331"/>
                      </a:cubicBezTo>
                      <a:cubicBezTo>
                        <a:pt x="286142" y="320193"/>
                        <a:pt x="266359" y="323123"/>
                        <a:pt x="246576" y="322391"/>
                      </a:cubicBezTo>
                      <a:cubicBezTo>
                        <a:pt x="227525" y="322391"/>
                        <a:pt x="207742" y="319460"/>
                        <a:pt x="188692" y="31433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A01473C3-5D09-17D2-78BF-EE3779E31939}"/>
                    </a:ext>
                  </a:extLst>
                </p:cNvPr>
                <p:cNvSpPr/>
                <p:nvPr/>
              </p:nvSpPr>
              <p:spPr>
                <a:xfrm>
                  <a:off x="1892868" y="6830160"/>
                  <a:ext cx="1038724" cy="565984"/>
                </a:xfrm>
                <a:custGeom>
                  <a:avLst/>
                  <a:gdLst>
                    <a:gd name="connsiteX0" fmla="*/ 371482 w 427167"/>
                    <a:gd name="connsiteY0" fmla="*/ 18318 h 228604"/>
                    <a:gd name="connsiteX1" fmla="*/ 353164 w 427167"/>
                    <a:gd name="connsiteY1" fmla="*/ 0 h 228604"/>
                    <a:gd name="connsiteX2" fmla="*/ 353164 w 427167"/>
                    <a:gd name="connsiteY2" fmla="*/ 0 h 228604"/>
                    <a:gd name="connsiteX3" fmla="*/ 74003 w 427167"/>
                    <a:gd name="connsiteY3" fmla="*/ 0 h 228604"/>
                    <a:gd name="connsiteX4" fmla="*/ 55686 w 427167"/>
                    <a:gd name="connsiteY4" fmla="*/ 18318 h 228604"/>
                    <a:gd name="connsiteX5" fmla="*/ 55686 w 427167"/>
                    <a:gd name="connsiteY5" fmla="*/ 18318 h 228604"/>
                    <a:gd name="connsiteX6" fmla="*/ 55686 w 427167"/>
                    <a:gd name="connsiteY6" fmla="*/ 200762 h 228604"/>
                    <a:gd name="connsiteX7" fmla="*/ 0 w 427167"/>
                    <a:gd name="connsiteY7" fmla="*/ 200762 h 228604"/>
                    <a:gd name="connsiteX8" fmla="*/ 0 w 427167"/>
                    <a:gd name="connsiteY8" fmla="*/ 210287 h 228604"/>
                    <a:gd name="connsiteX9" fmla="*/ 18318 w 427167"/>
                    <a:gd name="connsiteY9" fmla="*/ 228604 h 228604"/>
                    <a:gd name="connsiteX10" fmla="*/ 408850 w 427167"/>
                    <a:gd name="connsiteY10" fmla="*/ 228604 h 228604"/>
                    <a:gd name="connsiteX11" fmla="*/ 427168 w 427167"/>
                    <a:gd name="connsiteY11" fmla="*/ 210287 h 228604"/>
                    <a:gd name="connsiteX12" fmla="*/ 427168 w 427167"/>
                    <a:gd name="connsiteY12" fmla="*/ 200762 h 228604"/>
                    <a:gd name="connsiteX13" fmla="*/ 371482 w 427167"/>
                    <a:gd name="connsiteY13" fmla="*/ 200762 h 228604"/>
                    <a:gd name="connsiteX14" fmla="*/ 371482 w 427167"/>
                    <a:gd name="connsiteY14" fmla="*/ 18318 h 228604"/>
                    <a:gd name="connsiteX15" fmla="*/ 175117 w 427167"/>
                    <a:gd name="connsiteY15" fmla="*/ 139214 h 228604"/>
                    <a:gd name="connsiteX16" fmla="*/ 164859 w 427167"/>
                    <a:gd name="connsiteY16" fmla="*/ 149472 h 228604"/>
                    <a:gd name="connsiteX17" fmla="*/ 123827 w 427167"/>
                    <a:gd name="connsiteY17" fmla="*/ 108441 h 228604"/>
                    <a:gd name="connsiteX18" fmla="*/ 164859 w 427167"/>
                    <a:gd name="connsiteY18" fmla="*/ 67409 h 228604"/>
                    <a:gd name="connsiteX19" fmla="*/ 175117 w 427167"/>
                    <a:gd name="connsiteY19" fmla="*/ 77667 h 228604"/>
                    <a:gd name="connsiteX20" fmla="*/ 144343 w 427167"/>
                    <a:gd name="connsiteY20" fmla="*/ 108441 h 228604"/>
                    <a:gd name="connsiteX21" fmla="*/ 175117 w 427167"/>
                    <a:gd name="connsiteY21" fmla="*/ 139214 h 228604"/>
                    <a:gd name="connsiteX22" fmla="*/ 202960 w 427167"/>
                    <a:gd name="connsiteY22" fmla="*/ 154601 h 228604"/>
                    <a:gd name="connsiteX23" fmla="*/ 189771 w 427167"/>
                    <a:gd name="connsiteY23" fmla="*/ 148739 h 228604"/>
                    <a:gd name="connsiteX24" fmla="*/ 224208 w 427167"/>
                    <a:gd name="connsiteY24" fmla="*/ 65944 h 228604"/>
                    <a:gd name="connsiteX25" fmla="*/ 237397 w 427167"/>
                    <a:gd name="connsiteY25" fmla="*/ 71805 h 228604"/>
                    <a:gd name="connsiteX26" fmla="*/ 202960 w 427167"/>
                    <a:gd name="connsiteY26" fmla="*/ 154601 h 228604"/>
                    <a:gd name="connsiteX27" fmla="*/ 261576 w 427167"/>
                    <a:gd name="connsiteY27" fmla="*/ 150205 h 228604"/>
                    <a:gd name="connsiteX28" fmla="*/ 251318 w 427167"/>
                    <a:gd name="connsiteY28" fmla="*/ 139947 h 228604"/>
                    <a:gd name="connsiteX29" fmla="*/ 282092 w 427167"/>
                    <a:gd name="connsiteY29" fmla="*/ 109173 h 228604"/>
                    <a:gd name="connsiteX30" fmla="*/ 251318 w 427167"/>
                    <a:gd name="connsiteY30" fmla="*/ 78400 h 228604"/>
                    <a:gd name="connsiteX31" fmla="*/ 261576 w 427167"/>
                    <a:gd name="connsiteY31" fmla="*/ 68142 h 228604"/>
                    <a:gd name="connsiteX32" fmla="*/ 302608 w 427167"/>
                    <a:gd name="connsiteY32" fmla="*/ 109173 h 228604"/>
                    <a:gd name="connsiteX33" fmla="*/ 261576 w 427167"/>
                    <a:gd name="connsiteY33" fmla="*/ 150205 h 2286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427167" h="228604">
                      <a:moveTo>
                        <a:pt x="371482" y="18318"/>
                      </a:moveTo>
                      <a:cubicBezTo>
                        <a:pt x="371482" y="8060"/>
                        <a:pt x="363422" y="0"/>
                        <a:pt x="353164" y="0"/>
                      </a:cubicBezTo>
                      <a:lnTo>
                        <a:pt x="353164" y="0"/>
                      </a:lnTo>
                      <a:lnTo>
                        <a:pt x="74003" y="0"/>
                      </a:lnTo>
                      <a:cubicBezTo>
                        <a:pt x="63745" y="0"/>
                        <a:pt x="55686" y="8060"/>
                        <a:pt x="55686" y="18318"/>
                      </a:cubicBezTo>
                      <a:lnTo>
                        <a:pt x="55686" y="18318"/>
                      </a:lnTo>
                      <a:lnTo>
                        <a:pt x="55686" y="200762"/>
                      </a:lnTo>
                      <a:lnTo>
                        <a:pt x="0" y="200762"/>
                      </a:lnTo>
                      <a:lnTo>
                        <a:pt x="0" y="210287"/>
                      </a:lnTo>
                      <a:cubicBezTo>
                        <a:pt x="0" y="220545"/>
                        <a:pt x="8060" y="228604"/>
                        <a:pt x="18318" y="228604"/>
                      </a:cubicBezTo>
                      <a:lnTo>
                        <a:pt x="408850" y="228604"/>
                      </a:lnTo>
                      <a:cubicBezTo>
                        <a:pt x="419108" y="228604"/>
                        <a:pt x="427168" y="220545"/>
                        <a:pt x="427168" y="210287"/>
                      </a:cubicBezTo>
                      <a:lnTo>
                        <a:pt x="427168" y="200762"/>
                      </a:lnTo>
                      <a:lnTo>
                        <a:pt x="371482" y="200762"/>
                      </a:lnTo>
                      <a:lnTo>
                        <a:pt x="371482" y="18318"/>
                      </a:lnTo>
                      <a:close/>
                      <a:moveTo>
                        <a:pt x="175117" y="139214"/>
                      </a:moveTo>
                      <a:lnTo>
                        <a:pt x="164859" y="149472"/>
                      </a:lnTo>
                      <a:lnTo>
                        <a:pt x="123827" y="108441"/>
                      </a:lnTo>
                      <a:lnTo>
                        <a:pt x="164859" y="67409"/>
                      </a:lnTo>
                      <a:lnTo>
                        <a:pt x="175117" y="77667"/>
                      </a:lnTo>
                      <a:lnTo>
                        <a:pt x="144343" y="108441"/>
                      </a:lnTo>
                      <a:lnTo>
                        <a:pt x="175117" y="139214"/>
                      </a:lnTo>
                      <a:close/>
                      <a:moveTo>
                        <a:pt x="202960" y="154601"/>
                      </a:moveTo>
                      <a:lnTo>
                        <a:pt x="189771" y="148739"/>
                      </a:lnTo>
                      <a:lnTo>
                        <a:pt x="224208" y="65944"/>
                      </a:lnTo>
                      <a:lnTo>
                        <a:pt x="237397" y="71805"/>
                      </a:lnTo>
                      <a:lnTo>
                        <a:pt x="202960" y="154601"/>
                      </a:lnTo>
                      <a:close/>
                      <a:moveTo>
                        <a:pt x="261576" y="150205"/>
                      </a:moveTo>
                      <a:lnTo>
                        <a:pt x="251318" y="139947"/>
                      </a:lnTo>
                      <a:lnTo>
                        <a:pt x="282092" y="109173"/>
                      </a:lnTo>
                      <a:lnTo>
                        <a:pt x="251318" y="78400"/>
                      </a:lnTo>
                      <a:lnTo>
                        <a:pt x="261576" y="68142"/>
                      </a:lnTo>
                      <a:lnTo>
                        <a:pt x="302608" y="109173"/>
                      </a:lnTo>
                      <a:lnTo>
                        <a:pt x="261576" y="1502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BB4DCAA-EB3B-CA24-C38E-D4ADCD02135F}"/>
                    </a:ext>
                  </a:extLst>
                </p:cNvPr>
                <p:cNvSpPr txBox="1"/>
                <p:nvPr/>
              </p:nvSpPr>
              <p:spPr>
                <a:xfrm>
                  <a:off x="1180021" y="7610189"/>
                  <a:ext cx="235711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rgbClr val="00B0F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IBM Plex Sans" panose="020B0503050203000203" pitchFamily="34" charset="0"/>
                    </a:rPr>
                    <a:t>Dev</a:t>
                  </a:r>
                  <a:endParaRPr lang="pt-BR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352801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mputer screen shot of a chat&#10;&#10;Description automatically generated">
            <a:extLst>
              <a:ext uri="{FF2B5EF4-FFF2-40B4-BE49-F238E27FC236}">
                <a16:creationId xmlns:a16="http://schemas.microsoft.com/office/drawing/2014/main" id="{25B74DC9-F765-2B58-10CD-3F143E8A6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1" y="2030385"/>
            <a:ext cx="21805024" cy="116457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Integration</a:t>
            </a:r>
            <a:r>
              <a:rPr lang="pt-BR" dirty="0"/>
              <a:t> Service </a:t>
            </a:r>
          </a:p>
        </p:txBody>
      </p:sp>
      <p:pic>
        <p:nvPicPr>
          <p:cNvPr id="15" name="Picture 14" descr="A computer screen shot of a chat&#10;&#10;Description automatically generated">
            <a:extLst>
              <a:ext uri="{FF2B5EF4-FFF2-40B4-BE49-F238E27FC236}">
                <a16:creationId xmlns:a16="http://schemas.microsoft.com/office/drawing/2014/main" id="{04C08D5A-7812-B13B-9140-98C58089B58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11" t="8451" b="35784"/>
          <a:stretch/>
        </p:blipFill>
        <p:spPr>
          <a:xfrm>
            <a:off x="9034251" y="4862621"/>
            <a:ext cx="12992639" cy="559289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02624C2-DD8D-D9B1-4141-9F913C5E13DD}"/>
              </a:ext>
            </a:extLst>
          </p:cNvPr>
          <p:cNvSpPr/>
          <p:nvPr/>
        </p:nvSpPr>
        <p:spPr>
          <a:xfrm>
            <a:off x="8964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WSDL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F5B69E-60D7-866C-057D-63E2D2DBAFB3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CB9C4EB-EDEF-0B2C-5A07-64CA7BB98423}"/>
              </a:ext>
            </a:extLst>
          </p:cNvPr>
          <p:cNvGrpSpPr/>
          <p:nvPr/>
        </p:nvGrpSpPr>
        <p:grpSpPr>
          <a:xfrm>
            <a:off x="15805386" y="11294546"/>
            <a:ext cx="8578614" cy="2365872"/>
            <a:chOff x="15805386" y="11294546"/>
            <a:chExt cx="8578614" cy="236587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DB66434-E7DC-90C0-DABC-30F577111A97}"/>
                </a:ext>
              </a:extLst>
            </p:cNvPr>
            <p:cNvSpPr/>
            <p:nvPr/>
          </p:nvSpPr>
          <p:spPr>
            <a:xfrm>
              <a:off x="15805386" y="11294546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ACE_Workshop_Sample_005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C303AB3-6248-0E88-DD94-718280534C0F}"/>
                </a:ext>
              </a:extLst>
            </p:cNvPr>
            <p:cNvGrpSpPr/>
            <p:nvPr/>
          </p:nvGrpSpPr>
          <p:grpSpPr>
            <a:xfrm>
              <a:off x="16968413" y="11464960"/>
              <a:ext cx="7415587" cy="2195458"/>
              <a:chOff x="16968413" y="11429102"/>
              <a:chExt cx="7415587" cy="2195458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2923B12D-2179-2108-47B0-0DFC08C6724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2387" t="17150" r="54538" b="69326"/>
              <a:stretch/>
            </p:blipFill>
            <p:spPr>
              <a:xfrm>
                <a:off x="16968413" y="12191999"/>
                <a:ext cx="7117977" cy="115233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8D0EEB5D-7B06-B489-CAF9-2A0C9ACD47A9}"/>
                  </a:ext>
                </a:extLst>
              </p:cNvPr>
              <p:cNvGrpSpPr/>
              <p:nvPr/>
            </p:nvGrpSpPr>
            <p:grpSpPr>
              <a:xfrm>
                <a:off x="22026890" y="11429102"/>
                <a:ext cx="2357110" cy="2195458"/>
                <a:chOff x="1180021" y="5876396"/>
                <a:chExt cx="2357110" cy="2195458"/>
              </a:xfrm>
            </p:grpSpPr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5EC8A9DD-49BF-5FB9-00AD-5FEB8B9F7124}"/>
                    </a:ext>
                  </a:extLst>
                </p:cNvPr>
                <p:cNvSpPr/>
                <p:nvPr/>
              </p:nvSpPr>
              <p:spPr>
                <a:xfrm>
                  <a:off x="1809972" y="5876396"/>
                  <a:ext cx="1200956" cy="1434912"/>
                </a:xfrm>
                <a:custGeom>
                  <a:avLst/>
                  <a:gdLst>
                    <a:gd name="connsiteX0" fmla="*/ 351353 w 493883"/>
                    <a:gd name="connsiteY0" fmla="*/ 334114 h 579570"/>
                    <a:gd name="connsiteX1" fmla="*/ 435614 w 493883"/>
                    <a:gd name="connsiteY1" fmla="*/ 377344 h 579570"/>
                    <a:gd name="connsiteX2" fmla="*/ 451733 w 493883"/>
                    <a:gd name="connsiteY2" fmla="*/ 410316 h 579570"/>
                    <a:gd name="connsiteX3" fmla="*/ 464922 w 493883"/>
                    <a:gd name="connsiteY3" fmla="*/ 523885 h 579570"/>
                    <a:gd name="connsiteX4" fmla="*/ 459060 w 493883"/>
                    <a:gd name="connsiteY4" fmla="*/ 537074 h 579570"/>
                    <a:gd name="connsiteX5" fmla="*/ 459060 w 493883"/>
                    <a:gd name="connsiteY5" fmla="*/ 537074 h 579570"/>
                    <a:gd name="connsiteX6" fmla="*/ 419494 w 493883"/>
                    <a:gd name="connsiteY6" fmla="*/ 556124 h 579570"/>
                    <a:gd name="connsiteX7" fmla="*/ 419494 w 493883"/>
                    <a:gd name="connsiteY7" fmla="*/ 579571 h 579570"/>
                    <a:gd name="connsiteX8" fmla="*/ 439277 w 493883"/>
                    <a:gd name="connsiteY8" fmla="*/ 579571 h 579570"/>
                    <a:gd name="connsiteX9" fmla="*/ 475180 w 493883"/>
                    <a:gd name="connsiteY9" fmla="*/ 561253 h 579570"/>
                    <a:gd name="connsiteX10" fmla="*/ 475180 w 493883"/>
                    <a:gd name="connsiteY10" fmla="*/ 561253 h 579570"/>
                    <a:gd name="connsiteX11" fmla="*/ 493498 w 493883"/>
                    <a:gd name="connsiteY11" fmla="*/ 520221 h 579570"/>
                    <a:gd name="connsiteX12" fmla="*/ 481774 w 493883"/>
                    <a:gd name="connsiteY12" fmla="*/ 409583 h 579570"/>
                    <a:gd name="connsiteX13" fmla="*/ 454664 w 493883"/>
                    <a:gd name="connsiteY13" fmla="*/ 355363 h 579570"/>
                    <a:gd name="connsiteX14" fmla="*/ 361610 w 493883"/>
                    <a:gd name="connsiteY14" fmla="*/ 307004 h 579570"/>
                    <a:gd name="connsiteX15" fmla="*/ 325708 w 493883"/>
                    <a:gd name="connsiteY15" fmla="*/ 292350 h 579570"/>
                    <a:gd name="connsiteX16" fmla="*/ 321312 w 493883"/>
                    <a:gd name="connsiteY16" fmla="*/ 285755 h 579570"/>
                    <a:gd name="connsiteX17" fmla="*/ 321312 w 493883"/>
                    <a:gd name="connsiteY17" fmla="*/ 268170 h 579570"/>
                    <a:gd name="connsiteX18" fmla="*/ 365274 w 493883"/>
                    <a:gd name="connsiteY18" fmla="*/ 176582 h 579570"/>
                    <a:gd name="connsiteX19" fmla="*/ 365274 w 493883"/>
                    <a:gd name="connsiteY19" fmla="*/ 150205 h 579570"/>
                    <a:gd name="connsiteX20" fmla="*/ 379928 w 493883"/>
                    <a:gd name="connsiteY20" fmla="*/ 154601 h 579570"/>
                    <a:gd name="connsiteX21" fmla="*/ 367472 w 493883"/>
                    <a:gd name="connsiteY21" fmla="*/ 117966 h 579570"/>
                    <a:gd name="connsiteX22" fmla="*/ 363809 w 493883"/>
                    <a:gd name="connsiteY22" fmla="*/ 102579 h 579570"/>
                    <a:gd name="connsiteX23" fmla="*/ 298598 w 493883"/>
                    <a:gd name="connsiteY23" fmla="*/ 13189 h 579570"/>
                    <a:gd name="connsiteX24" fmla="*/ 289073 w 493883"/>
                    <a:gd name="connsiteY24" fmla="*/ 13921 h 579570"/>
                    <a:gd name="connsiteX25" fmla="*/ 282478 w 493883"/>
                    <a:gd name="connsiteY25" fmla="*/ 19050 h 579570"/>
                    <a:gd name="connsiteX26" fmla="*/ 275151 w 493883"/>
                    <a:gd name="connsiteY26" fmla="*/ 8792 h 579570"/>
                    <a:gd name="connsiteX27" fmla="*/ 266359 w 493883"/>
                    <a:gd name="connsiteY27" fmla="*/ 2198 h 579570"/>
                    <a:gd name="connsiteX28" fmla="*/ 246576 w 493883"/>
                    <a:gd name="connsiteY28" fmla="*/ 0 h 579570"/>
                    <a:gd name="connsiteX29" fmla="*/ 130075 w 493883"/>
                    <a:gd name="connsiteY29" fmla="*/ 104777 h 579570"/>
                    <a:gd name="connsiteX30" fmla="*/ 130075 w 493883"/>
                    <a:gd name="connsiteY30" fmla="*/ 109906 h 579570"/>
                    <a:gd name="connsiteX31" fmla="*/ 130075 w 493883"/>
                    <a:gd name="connsiteY31" fmla="*/ 109906 h 579570"/>
                    <a:gd name="connsiteX32" fmla="*/ 130075 w 493883"/>
                    <a:gd name="connsiteY32" fmla="*/ 122362 h 579570"/>
                    <a:gd name="connsiteX33" fmla="*/ 120550 w 493883"/>
                    <a:gd name="connsiteY33" fmla="*/ 168522 h 579570"/>
                    <a:gd name="connsiteX34" fmla="*/ 108094 w 493883"/>
                    <a:gd name="connsiteY34" fmla="*/ 197831 h 579570"/>
                    <a:gd name="connsiteX35" fmla="*/ 131541 w 493883"/>
                    <a:gd name="connsiteY35" fmla="*/ 191236 h 579570"/>
                    <a:gd name="connsiteX36" fmla="*/ 174038 w 493883"/>
                    <a:gd name="connsiteY36" fmla="*/ 266705 h 579570"/>
                    <a:gd name="connsiteX37" fmla="*/ 174038 w 493883"/>
                    <a:gd name="connsiteY37" fmla="*/ 285023 h 579570"/>
                    <a:gd name="connsiteX38" fmla="*/ 169641 w 493883"/>
                    <a:gd name="connsiteY38" fmla="*/ 291617 h 579570"/>
                    <a:gd name="connsiteX39" fmla="*/ 133739 w 493883"/>
                    <a:gd name="connsiteY39" fmla="*/ 306271 h 579570"/>
                    <a:gd name="connsiteX40" fmla="*/ 40685 w 493883"/>
                    <a:gd name="connsiteY40" fmla="*/ 354630 h 579570"/>
                    <a:gd name="connsiteX41" fmla="*/ 12842 w 493883"/>
                    <a:gd name="connsiteY41" fmla="*/ 408850 h 579570"/>
                    <a:gd name="connsiteX42" fmla="*/ 386 w 493883"/>
                    <a:gd name="connsiteY42" fmla="*/ 520221 h 579570"/>
                    <a:gd name="connsiteX43" fmla="*/ 18704 w 493883"/>
                    <a:gd name="connsiteY43" fmla="*/ 561253 h 579570"/>
                    <a:gd name="connsiteX44" fmla="*/ 54607 w 493883"/>
                    <a:gd name="connsiteY44" fmla="*/ 579571 h 579570"/>
                    <a:gd name="connsiteX45" fmla="*/ 75122 w 493883"/>
                    <a:gd name="connsiteY45" fmla="*/ 579571 h 579570"/>
                    <a:gd name="connsiteX46" fmla="*/ 75122 w 493883"/>
                    <a:gd name="connsiteY46" fmla="*/ 556857 h 579570"/>
                    <a:gd name="connsiteX47" fmla="*/ 35556 w 493883"/>
                    <a:gd name="connsiteY47" fmla="*/ 537806 h 579570"/>
                    <a:gd name="connsiteX48" fmla="*/ 29695 w 493883"/>
                    <a:gd name="connsiteY48" fmla="*/ 524618 h 579570"/>
                    <a:gd name="connsiteX49" fmla="*/ 42151 w 493883"/>
                    <a:gd name="connsiteY49" fmla="*/ 411781 h 579570"/>
                    <a:gd name="connsiteX50" fmla="*/ 42151 w 493883"/>
                    <a:gd name="connsiteY50" fmla="*/ 410316 h 579570"/>
                    <a:gd name="connsiteX51" fmla="*/ 59003 w 493883"/>
                    <a:gd name="connsiteY51" fmla="*/ 377344 h 579570"/>
                    <a:gd name="connsiteX52" fmla="*/ 143264 w 493883"/>
                    <a:gd name="connsiteY52" fmla="*/ 334114 h 579570"/>
                    <a:gd name="connsiteX53" fmla="*/ 154987 w 493883"/>
                    <a:gd name="connsiteY53" fmla="*/ 330451 h 579570"/>
                    <a:gd name="connsiteX54" fmla="*/ 247308 w 493883"/>
                    <a:gd name="connsiteY54" fmla="*/ 351699 h 579570"/>
                    <a:gd name="connsiteX55" fmla="*/ 340362 w 493883"/>
                    <a:gd name="connsiteY55" fmla="*/ 330451 h 579570"/>
                    <a:gd name="connsiteX56" fmla="*/ 351353 w 493883"/>
                    <a:gd name="connsiteY56" fmla="*/ 334114 h 579570"/>
                    <a:gd name="connsiteX57" fmla="*/ 159384 w 493883"/>
                    <a:gd name="connsiteY57" fmla="*/ 182444 h 579570"/>
                    <a:gd name="connsiteX58" fmla="*/ 313252 w 493883"/>
                    <a:gd name="connsiteY58" fmla="*/ 95252 h 579570"/>
                    <a:gd name="connsiteX59" fmla="*/ 335233 w 493883"/>
                    <a:gd name="connsiteY59" fmla="*/ 124560 h 579570"/>
                    <a:gd name="connsiteX60" fmla="*/ 335233 w 493883"/>
                    <a:gd name="connsiteY60" fmla="*/ 175850 h 579570"/>
                    <a:gd name="connsiteX61" fmla="*/ 247308 w 493883"/>
                    <a:gd name="connsiteY61" fmla="*/ 263774 h 579570"/>
                    <a:gd name="connsiteX62" fmla="*/ 159384 w 493883"/>
                    <a:gd name="connsiteY62" fmla="*/ 182444 h 579570"/>
                    <a:gd name="connsiteX63" fmla="*/ 188692 w 493883"/>
                    <a:gd name="connsiteY63" fmla="*/ 314331 h 579570"/>
                    <a:gd name="connsiteX64" fmla="*/ 203346 w 493883"/>
                    <a:gd name="connsiteY64" fmla="*/ 285023 h 579570"/>
                    <a:gd name="connsiteX65" fmla="*/ 203346 w 493883"/>
                    <a:gd name="connsiteY65" fmla="*/ 284290 h 579570"/>
                    <a:gd name="connsiteX66" fmla="*/ 291271 w 493883"/>
                    <a:gd name="connsiteY66" fmla="*/ 284290 h 579570"/>
                    <a:gd name="connsiteX67" fmla="*/ 291271 w 493883"/>
                    <a:gd name="connsiteY67" fmla="*/ 285023 h 579570"/>
                    <a:gd name="connsiteX68" fmla="*/ 305192 w 493883"/>
                    <a:gd name="connsiteY68" fmla="*/ 314331 h 579570"/>
                    <a:gd name="connsiteX69" fmla="*/ 246576 w 493883"/>
                    <a:gd name="connsiteY69" fmla="*/ 322391 h 579570"/>
                    <a:gd name="connsiteX70" fmla="*/ 188692 w 493883"/>
                    <a:gd name="connsiteY70" fmla="*/ 314331 h 5795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493883" h="579570">
                      <a:moveTo>
                        <a:pt x="351353" y="334114"/>
                      </a:moveTo>
                      <a:cubicBezTo>
                        <a:pt x="382126" y="345105"/>
                        <a:pt x="411434" y="357561"/>
                        <a:pt x="435614" y="377344"/>
                      </a:cubicBezTo>
                      <a:cubicBezTo>
                        <a:pt x="445872" y="385403"/>
                        <a:pt x="451733" y="397127"/>
                        <a:pt x="451733" y="410316"/>
                      </a:cubicBezTo>
                      <a:lnTo>
                        <a:pt x="464922" y="523885"/>
                      </a:lnTo>
                      <a:cubicBezTo>
                        <a:pt x="465655" y="529014"/>
                        <a:pt x="463457" y="534143"/>
                        <a:pt x="459060" y="537074"/>
                      </a:cubicBezTo>
                      <a:lnTo>
                        <a:pt x="459060" y="537074"/>
                      </a:lnTo>
                      <a:cubicBezTo>
                        <a:pt x="446604" y="545133"/>
                        <a:pt x="433416" y="551728"/>
                        <a:pt x="419494" y="556124"/>
                      </a:cubicBezTo>
                      <a:lnTo>
                        <a:pt x="419494" y="579571"/>
                      </a:lnTo>
                      <a:lnTo>
                        <a:pt x="439277" y="579571"/>
                      </a:lnTo>
                      <a:cubicBezTo>
                        <a:pt x="451733" y="574442"/>
                        <a:pt x="464189" y="568580"/>
                        <a:pt x="475180" y="561253"/>
                      </a:cubicBezTo>
                      <a:lnTo>
                        <a:pt x="475180" y="561253"/>
                      </a:lnTo>
                      <a:cubicBezTo>
                        <a:pt x="488369" y="552461"/>
                        <a:pt x="495696" y="536341"/>
                        <a:pt x="493498" y="520221"/>
                      </a:cubicBezTo>
                      <a:lnTo>
                        <a:pt x="481774" y="409583"/>
                      </a:lnTo>
                      <a:cubicBezTo>
                        <a:pt x="481042" y="388334"/>
                        <a:pt x="471516" y="368551"/>
                        <a:pt x="454664" y="355363"/>
                      </a:cubicBezTo>
                      <a:cubicBezTo>
                        <a:pt x="427554" y="332649"/>
                        <a:pt x="395315" y="318727"/>
                        <a:pt x="361610" y="307004"/>
                      </a:cubicBezTo>
                      <a:lnTo>
                        <a:pt x="325708" y="292350"/>
                      </a:lnTo>
                      <a:cubicBezTo>
                        <a:pt x="322777" y="290884"/>
                        <a:pt x="321312" y="288686"/>
                        <a:pt x="321312" y="285755"/>
                      </a:cubicBezTo>
                      <a:lnTo>
                        <a:pt x="321312" y="268170"/>
                      </a:lnTo>
                      <a:cubicBezTo>
                        <a:pt x="349154" y="246189"/>
                        <a:pt x="365274" y="212485"/>
                        <a:pt x="365274" y="176582"/>
                      </a:cubicBezTo>
                      <a:lnTo>
                        <a:pt x="365274" y="150205"/>
                      </a:lnTo>
                      <a:cubicBezTo>
                        <a:pt x="369670" y="153136"/>
                        <a:pt x="374799" y="153868"/>
                        <a:pt x="379928" y="154601"/>
                      </a:cubicBezTo>
                      <a:lnTo>
                        <a:pt x="367472" y="117966"/>
                      </a:lnTo>
                      <a:cubicBezTo>
                        <a:pt x="366007" y="112837"/>
                        <a:pt x="364541" y="107708"/>
                        <a:pt x="363809" y="102579"/>
                      </a:cubicBezTo>
                      <a:cubicBezTo>
                        <a:pt x="357947" y="60815"/>
                        <a:pt x="333035" y="31506"/>
                        <a:pt x="298598" y="13189"/>
                      </a:cubicBezTo>
                      <a:cubicBezTo>
                        <a:pt x="295667" y="11723"/>
                        <a:pt x="292003" y="11723"/>
                        <a:pt x="289073" y="13921"/>
                      </a:cubicBezTo>
                      <a:lnTo>
                        <a:pt x="282478" y="19050"/>
                      </a:lnTo>
                      <a:lnTo>
                        <a:pt x="275151" y="8792"/>
                      </a:lnTo>
                      <a:cubicBezTo>
                        <a:pt x="272953" y="5862"/>
                        <a:pt x="270022" y="2931"/>
                        <a:pt x="266359" y="2198"/>
                      </a:cubicBezTo>
                      <a:cubicBezTo>
                        <a:pt x="259764" y="733"/>
                        <a:pt x="253170" y="0"/>
                        <a:pt x="246576" y="0"/>
                      </a:cubicBezTo>
                      <a:cubicBezTo>
                        <a:pt x="188692" y="0"/>
                        <a:pt x="140333" y="45428"/>
                        <a:pt x="130075" y="104777"/>
                      </a:cubicBezTo>
                      <a:lnTo>
                        <a:pt x="130075" y="109906"/>
                      </a:lnTo>
                      <a:lnTo>
                        <a:pt x="130075" y="109906"/>
                      </a:lnTo>
                      <a:lnTo>
                        <a:pt x="130075" y="122362"/>
                      </a:lnTo>
                      <a:cubicBezTo>
                        <a:pt x="130075" y="138481"/>
                        <a:pt x="127144" y="153868"/>
                        <a:pt x="120550" y="168522"/>
                      </a:cubicBezTo>
                      <a:lnTo>
                        <a:pt x="108094" y="197831"/>
                      </a:lnTo>
                      <a:cubicBezTo>
                        <a:pt x="108094" y="197831"/>
                        <a:pt x="116887" y="195633"/>
                        <a:pt x="131541" y="191236"/>
                      </a:cubicBezTo>
                      <a:cubicBezTo>
                        <a:pt x="135204" y="221277"/>
                        <a:pt x="150591" y="248387"/>
                        <a:pt x="174038" y="266705"/>
                      </a:cubicBezTo>
                      <a:lnTo>
                        <a:pt x="174038" y="285023"/>
                      </a:lnTo>
                      <a:cubicBezTo>
                        <a:pt x="174038" y="287954"/>
                        <a:pt x="172572" y="290884"/>
                        <a:pt x="169641" y="291617"/>
                      </a:cubicBezTo>
                      <a:lnTo>
                        <a:pt x="133739" y="306271"/>
                      </a:lnTo>
                      <a:cubicBezTo>
                        <a:pt x="100034" y="317995"/>
                        <a:pt x="67795" y="331916"/>
                        <a:pt x="40685" y="354630"/>
                      </a:cubicBezTo>
                      <a:cubicBezTo>
                        <a:pt x="23833" y="367819"/>
                        <a:pt x="13575" y="387602"/>
                        <a:pt x="12842" y="408850"/>
                      </a:cubicBezTo>
                      <a:lnTo>
                        <a:pt x="386" y="520221"/>
                      </a:lnTo>
                      <a:cubicBezTo>
                        <a:pt x="-1812" y="536341"/>
                        <a:pt x="5515" y="552461"/>
                        <a:pt x="18704" y="561253"/>
                      </a:cubicBezTo>
                      <a:cubicBezTo>
                        <a:pt x="29695" y="568580"/>
                        <a:pt x="42151" y="574442"/>
                        <a:pt x="54607" y="579571"/>
                      </a:cubicBezTo>
                      <a:lnTo>
                        <a:pt x="75122" y="579571"/>
                      </a:lnTo>
                      <a:lnTo>
                        <a:pt x="75122" y="556857"/>
                      </a:lnTo>
                      <a:cubicBezTo>
                        <a:pt x="61201" y="551728"/>
                        <a:pt x="48012" y="545866"/>
                        <a:pt x="35556" y="537806"/>
                      </a:cubicBezTo>
                      <a:cubicBezTo>
                        <a:pt x="31160" y="534876"/>
                        <a:pt x="28962" y="529747"/>
                        <a:pt x="29695" y="524618"/>
                      </a:cubicBezTo>
                      <a:lnTo>
                        <a:pt x="42151" y="411781"/>
                      </a:lnTo>
                      <a:lnTo>
                        <a:pt x="42151" y="410316"/>
                      </a:lnTo>
                      <a:cubicBezTo>
                        <a:pt x="42151" y="397127"/>
                        <a:pt x="48745" y="385403"/>
                        <a:pt x="59003" y="377344"/>
                      </a:cubicBezTo>
                      <a:cubicBezTo>
                        <a:pt x="83182" y="357561"/>
                        <a:pt x="112490" y="345105"/>
                        <a:pt x="143264" y="334114"/>
                      </a:cubicBezTo>
                      <a:lnTo>
                        <a:pt x="154987" y="330451"/>
                      </a:lnTo>
                      <a:cubicBezTo>
                        <a:pt x="176236" y="343639"/>
                        <a:pt x="209940" y="351699"/>
                        <a:pt x="247308" y="351699"/>
                      </a:cubicBezTo>
                      <a:cubicBezTo>
                        <a:pt x="284676" y="351699"/>
                        <a:pt x="318381" y="343639"/>
                        <a:pt x="340362" y="330451"/>
                      </a:cubicBezTo>
                      <a:lnTo>
                        <a:pt x="351353" y="334114"/>
                      </a:lnTo>
                      <a:close/>
                      <a:moveTo>
                        <a:pt x="159384" y="182444"/>
                      </a:moveTo>
                      <a:cubicBezTo>
                        <a:pt x="209208" y="165592"/>
                        <a:pt x="281013" y="136283"/>
                        <a:pt x="313252" y="95252"/>
                      </a:cubicBezTo>
                      <a:cubicBezTo>
                        <a:pt x="319846" y="105510"/>
                        <a:pt x="327173" y="115035"/>
                        <a:pt x="335233" y="124560"/>
                      </a:cubicBezTo>
                      <a:lnTo>
                        <a:pt x="335233" y="175850"/>
                      </a:lnTo>
                      <a:cubicBezTo>
                        <a:pt x="335233" y="224208"/>
                        <a:pt x="295667" y="263774"/>
                        <a:pt x="247308" y="263774"/>
                      </a:cubicBezTo>
                      <a:cubicBezTo>
                        <a:pt x="201148" y="263774"/>
                        <a:pt x="163047" y="228604"/>
                        <a:pt x="159384" y="182444"/>
                      </a:cubicBezTo>
                      <a:close/>
                      <a:moveTo>
                        <a:pt x="188692" y="314331"/>
                      </a:moveTo>
                      <a:cubicBezTo>
                        <a:pt x="197484" y="307737"/>
                        <a:pt x="203346" y="296746"/>
                        <a:pt x="203346" y="285023"/>
                      </a:cubicBezTo>
                      <a:lnTo>
                        <a:pt x="203346" y="284290"/>
                      </a:lnTo>
                      <a:cubicBezTo>
                        <a:pt x="231189" y="296013"/>
                        <a:pt x="263428" y="296013"/>
                        <a:pt x="291271" y="284290"/>
                      </a:cubicBezTo>
                      <a:lnTo>
                        <a:pt x="291271" y="285023"/>
                      </a:lnTo>
                      <a:cubicBezTo>
                        <a:pt x="291271" y="296013"/>
                        <a:pt x="296400" y="307004"/>
                        <a:pt x="305192" y="314331"/>
                      </a:cubicBezTo>
                      <a:cubicBezTo>
                        <a:pt x="286142" y="320193"/>
                        <a:pt x="266359" y="323123"/>
                        <a:pt x="246576" y="322391"/>
                      </a:cubicBezTo>
                      <a:cubicBezTo>
                        <a:pt x="227525" y="322391"/>
                        <a:pt x="207742" y="319460"/>
                        <a:pt x="188692" y="31433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A47DDAE4-B02B-215F-143B-CACD2786B319}"/>
                    </a:ext>
                  </a:extLst>
                </p:cNvPr>
                <p:cNvSpPr/>
                <p:nvPr/>
              </p:nvSpPr>
              <p:spPr>
                <a:xfrm>
                  <a:off x="1892868" y="6830160"/>
                  <a:ext cx="1038724" cy="565984"/>
                </a:xfrm>
                <a:custGeom>
                  <a:avLst/>
                  <a:gdLst>
                    <a:gd name="connsiteX0" fmla="*/ 371482 w 427167"/>
                    <a:gd name="connsiteY0" fmla="*/ 18318 h 228604"/>
                    <a:gd name="connsiteX1" fmla="*/ 353164 w 427167"/>
                    <a:gd name="connsiteY1" fmla="*/ 0 h 228604"/>
                    <a:gd name="connsiteX2" fmla="*/ 353164 w 427167"/>
                    <a:gd name="connsiteY2" fmla="*/ 0 h 228604"/>
                    <a:gd name="connsiteX3" fmla="*/ 74003 w 427167"/>
                    <a:gd name="connsiteY3" fmla="*/ 0 h 228604"/>
                    <a:gd name="connsiteX4" fmla="*/ 55686 w 427167"/>
                    <a:gd name="connsiteY4" fmla="*/ 18318 h 228604"/>
                    <a:gd name="connsiteX5" fmla="*/ 55686 w 427167"/>
                    <a:gd name="connsiteY5" fmla="*/ 18318 h 228604"/>
                    <a:gd name="connsiteX6" fmla="*/ 55686 w 427167"/>
                    <a:gd name="connsiteY6" fmla="*/ 200762 h 228604"/>
                    <a:gd name="connsiteX7" fmla="*/ 0 w 427167"/>
                    <a:gd name="connsiteY7" fmla="*/ 200762 h 228604"/>
                    <a:gd name="connsiteX8" fmla="*/ 0 w 427167"/>
                    <a:gd name="connsiteY8" fmla="*/ 210287 h 228604"/>
                    <a:gd name="connsiteX9" fmla="*/ 18318 w 427167"/>
                    <a:gd name="connsiteY9" fmla="*/ 228604 h 228604"/>
                    <a:gd name="connsiteX10" fmla="*/ 408850 w 427167"/>
                    <a:gd name="connsiteY10" fmla="*/ 228604 h 228604"/>
                    <a:gd name="connsiteX11" fmla="*/ 427168 w 427167"/>
                    <a:gd name="connsiteY11" fmla="*/ 210287 h 228604"/>
                    <a:gd name="connsiteX12" fmla="*/ 427168 w 427167"/>
                    <a:gd name="connsiteY12" fmla="*/ 200762 h 228604"/>
                    <a:gd name="connsiteX13" fmla="*/ 371482 w 427167"/>
                    <a:gd name="connsiteY13" fmla="*/ 200762 h 228604"/>
                    <a:gd name="connsiteX14" fmla="*/ 371482 w 427167"/>
                    <a:gd name="connsiteY14" fmla="*/ 18318 h 228604"/>
                    <a:gd name="connsiteX15" fmla="*/ 175117 w 427167"/>
                    <a:gd name="connsiteY15" fmla="*/ 139214 h 228604"/>
                    <a:gd name="connsiteX16" fmla="*/ 164859 w 427167"/>
                    <a:gd name="connsiteY16" fmla="*/ 149472 h 228604"/>
                    <a:gd name="connsiteX17" fmla="*/ 123827 w 427167"/>
                    <a:gd name="connsiteY17" fmla="*/ 108441 h 228604"/>
                    <a:gd name="connsiteX18" fmla="*/ 164859 w 427167"/>
                    <a:gd name="connsiteY18" fmla="*/ 67409 h 228604"/>
                    <a:gd name="connsiteX19" fmla="*/ 175117 w 427167"/>
                    <a:gd name="connsiteY19" fmla="*/ 77667 h 228604"/>
                    <a:gd name="connsiteX20" fmla="*/ 144343 w 427167"/>
                    <a:gd name="connsiteY20" fmla="*/ 108441 h 228604"/>
                    <a:gd name="connsiteX21" fmla="*/ 175117 w 427167"/>
                    <a:gd name="connsiteY21" fmla="*/ 139214 h 228604"/>
                    <a:gd name="connsiteX22" fmla="*/ 202960 w 427167"/>
                    <a:gd name="connsiteY22" fmla="*/ 154601 h 228604"/>
                    <a:gd name="connsiteX23" fmla="*/ 189771 w 427167"/>
                    <a:gd name="connsiteY23" fmla="*/ 148739 h 228604"/>
                    <a:gd name="connsiteX24" fmla="*/ 224208 w 427167"/>
                    <a:gd name="connsiteY24" fmla="*/ 65944 h 228604"/>
                    <a:gd name="connsiteX25" fmla="*/ 237397 w 427167"/>
                    <a:gd name="connsiteY25" fmla="*/ 71805 h 228604"/>
                    <a:gd name="connsiteX26" fmla="*/ 202960 w 427167"/>
                    <a:gd name="connsiteY26" fmla="*/ 154601 h 228604"/>
                    <a:gd name="connsiteX27" fmla="*/ 261576 w 427167"/>
                    <a:gd name="connsiteY27" fmla="*/ 150205 h 228604"/>
                    <a:gd name="connsiteX28" fmla="*/ 251318 w 427167"/>
                    <a:gd name="connsiteY28" fmla="*/ 139947 h 228604"/>
                    <a:gd name="connsiteX29" fmla="*/ 282092 w 427167"/>
                    <a:gd name="connsiteY29" fmla="*/ 109173 h 228604"/>
                    <a:gd name="connsiteX30" fmla="*/ 251318 w 427167"/>
                    <a:gd name="connsiteY30" fmla="*/ 78400 h 228604"/>
                    <a:gd name="connsiteX31" fmla="*/ 261576 w 427167"/>
                    <a:gd name="connsiteY31" fmla="*/ 68142 h 228604"/>
                    <a:gd name="connsiteX32" fmla="*/ 302608 w 427167"/>
                    <a:gd name="connsiteY32" fmla="*/ 109173 h 228604"/>
                    <a:gd name="connsiteX33" fmla="*/ 261576 w 427167"/>
                    <a:gd name="connsiteY33" fmla="*/ 150205 h 2286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427167" h="228604">
                      <a:moveTo>
                        <a:pt x="371482" y="18318"/>
                      </a:moveTo>
                      <a:cubicBezTo>
                        <a:pt x="371482" y="8060"/>
                        <a:pt x="363422" y="0"/>
                        <a:pt x="353164" y="0"/>
                      </a:cubicBezTo>
                      <a:lnTo>
                        <a:pt x="353164" y="0"/>
                      </a:lnTo>
                      <a:lnTo>
                        <a:pt x="74003" y="0"/>
                      </a:lnTo>
                      <a:cubicBezTo>
                        <a:pt x="63745" y="0"/>
                        <a:pt x="55686" y="8060"/>
                        <a:pt x="55686" y="18318"/>
                      </a:cubicBezTo>
                      <a:lnTo>
                        <a:pt x="55686" y="18318"/>
                      </a:lnTo>
                      <a:lnTo>
                        <a:pt x="55686" y="200762"/>
                      </a:lnTo>
                      <a:lnTo>
                        <a:pt x="0" y="200762"/>
                      </a:lnTo>
                      <a:lnTo>
                        <a:pt x="0" y="210287"/>
                      </a:lnTo>
                      <a:cubicBezTo>
                        <a:pt x="0" y="220545"/>
                        <a:pt x="8060" y="228604"/>
                        <a:pt x="18318" y="228604"/>
                      </a:cubicBezTo>
                      <a:lnTo>
                        <a:pt x="408850" y="228604"/>
                      </a:lnTo>
                      <a:cubicBezTo>
                        <a:pt x="419108" y="228604"/>
                        <a:pt x="427168" y="220545"/>
                        <a:pt x="427168" y="210287"/>
                      </a:cubicBezTo>
                      <a:lnTo>
                        <a:pt x="427168" y="200762"/>
                      </a:lnTo>
                      <a:lnTo>
                        <a:pt x="371482" y="200762"/>
                      </a:lnTo>
                      <a:lnTo>
                        <a:pt x="371482" y="18318"/>
                      </a:lnTo>
                      <a:close/>
                      <a:moveTo>
                        <a:pt x="175117" y="139214"/>
                      </a:moveTo>
                      <a:lnTo>
                        <a:pt x="164859" y="149472"/>
                      </a:lnTo>
                      <a:lnTo>
                        <a:pt x="123827" y="108441"/>
                      </a:lnTo>
                      <a:lnTo>
                        <a:pt x="164859" y="67409"/>
                      </a:lnTo>
                      <a:lnTo>
                        <a:pt x="175117" y="77667"/>
                      </a:lnTo>
                      <a:lnTo>
                        <a:pt x="144343" y="108441"/>
                      </a:lnTo>
                      <a:lnTo>
                        <a:pt x="175117" y="139214"/>
                      </a:lnTo>
                      <a:close/>
                      <a:moveTo>
                        <a:pt x="202960" y="154601"/>
                      </a:moveTo>
                      <a:lnTo>
                        <a:pt x="189771" y="148739"/>
                      </a:lnTo>
                      <a:lnTo>
                        <a:pt x="224208" y="65944"/>
                      </a:lnTo>
                      <a:lnTo>
                        <a:pt x="237397" y="71805"/>
                      </a:lnTo>
                      <a:lnTo>
                        <a:pt x="202960" y="154601"/>
                      </a:lnTo>
                      <a:close/>
                      <a:moveTo>
                        <a:pt x="261576" y="150205"/>
                      </a:moveTo>
                      <a:lnTo>
                        <a:pt x="251318" y="139947"/>
                      </a:lnTo>
                      <a:lnTo>
                        <a:pt x="282092" y="109173"/>
                      </a:lnTo>
                      <a:lnTo>
                        <a:pt x="251318" y="78400"/>
                      </a:lnTo>
                      <a:lnTo>
                        <a:pt x="261576" y="68142"/>
                      </a:lnTo>
                      <a:lnTo>
                        <a:pt x="302608" y="109173"/>
                      </a:lnTo>
                      <a:lnTo>
                        <a:pt x="261576" y="1502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BB1D2FB-7DC4-DD14-0F71-ADC27FA18FD1}"/>
                    </a:ext>
                  </a:extLst>
                </p:cNvPr>
                <p:cNvSpPr txBox="1"/>
                <p:nvPr/>
              </p:nvSpPr>
              <p:spPr>
                <a:xfrm>
                  <a:off x="1180021" y="7610189"/>
                  <a:ext cx="235711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rgbClr val="00B0F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IBM Plex Sans" panose="020B0503050203000203" pitchFamily="34" charset="0"/>
                    </a:rPr>
                    <a:t>Dev</a:t>
                  </a:r>
                  <a:endParaRPr lang="pt-BR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891711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Integration</a:t>
            </a:r>
            <a:r>
              <a:rPr lang="pt-BR" dirty="0"/>
              <a:t> Service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3D6B61-32B1-AB7F-BB44-B31EC071ABE2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Teste</a:t>
            </a:r>
            <a:endParaRPr lang="en-US" sz="40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D33917-FAF9-29DD-7615-1DA01123274E}"/>
              </a:ext>
            </a:extLst>
          </p:cNvPr>
          <p:cNvSpPr/>
          <p:nvPr/>
        </p:nvSpPr>
        <p:spPr>
          <a:xfrm>
            <a:off x="8964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WSDL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61CEBC-B403-8ED0-BD9F-4993A17931A5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13A4C6E-BD5D-C90D-CB05-76E9579C7708}"/>
              </a:ext>
            </a:extLst>
          </p:cNvPr>
          <p:cNvGrpSpPr/>
          <p:nvPr/>
        </p:nvGrpSpPr>
        <p:grpSpPr>
          <a:xfrm>
            <a:off x="15805386" y="11294546"/>
            <a:ext cx="8578614" cy="2365872"/>
            <a:chOff x="15805386" y="11294546"/>
            <a:chExt cx="8578614" cy="2365872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A3CCCFA-EE7E-5B22-150E-FCB769C57775}"/>
                </a:ext>
              </a:extLst>
            </p:cNvPr>
            <p:cNvSpPr/>
            <p:nvPr/>
          </p:nvSpPr>
          <p:spPr>
            <a:xfrm>
              <a:off x="15805386" y="11294546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ACE_Workshop_Sample_005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84C9FC2-48CA-6167-7732-86EF47442FE0}"/>
                </a:ext>
              </a:extLst>
            </p:cNvPr>
            <p:cNvGrpSpPr/>
            <p:nvPr/>
          </p:nvGrpSpPr>
          <p:grpSpPr>
            <a:xfrm>
              <a:off x="16968413" y="11464960"/>
              <a:ext cx="7415587" cy="2195458"/>
              <a:chOff x="16968413" y="11429102"/>
              <a:chExt cx="7415587" cy="2195458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2106FB3F-9DD2-738D-73DB-9663D472251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2387" t="17150" r="54538" b="69326"/>
              <a:stretch/>
            </p:blipFill>
            <p:spPr>
              <a:xfrm>
                <a:off x="16968413" y="12191999"/>
                <a:ext cx="7117977" cy="115233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E281620D-ACC6-C59A-B510-803195D8FA89}"/>
                  </a:ext>
                </a:extLst>
              </p:cNvPr>
              <p:cNvGrpSpPr/>
              <p:nvPr/>
            </p:nvGrpSpPr>
            <p:grpSpPr>
              <a:xfrm>
                <a:off x="22026890" y="11429102"/>
                <a:ext cx="2357110" cy="2195458"/>
                <a:chOff x="1180021" y="5876396"/>
                <a:chExt cx="2357110" cy="2195458"/>
              </a:xfrm>
            </p:grpSpPr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093D578A-8C3A-3E7B-3AA5-26482592E1C5}"/>
                    </a:ext>
                  </a:extLst>
                </p:cNvPr>
                <p:cNvSpPr/>
                <p:nvPr/>
              </p:nvSpPr>
              <p:spPr>
                <a:xfrm>
                  <a:off x="1809972" y="5876396"/>
                  <a:ext cx="1200956" cy="1434912"/>
                </a:xfrm>
                <a:custGeom>
                  <a:avLst/>
                  <a:gdLst>
                    <a:gd name="connsiteX0" fmla="*/ 351353 w 493883"/>
                    <a:gd name="connsiteY0" fmla="*/ 334114 h 579570"/>
                    <a:gd name="connsiteX1" fmla="*/ 435614 w 493883"/>
                    <a:gd name="connsiteY1" fmla="*/ 377344 h 579570"/>
                    <a:gd name="connsiteX2" fmla="*/ 451733 w 493883"/>
                    <a:gd name="connsiteY2" fmla="*/ 410316 h 579570"/>
                    <a:gd name="connsiteX3" fmla="*/ 464922 w 493883"/>
                    <a:gd name="connsiteY3" fmla="*/ 523885 h 579570"/>
                    <a:gd name="connsiteX4" fmla="*/ 459060 w 493883"/>
                    <a:gd name="connsiteY4" fmla="*/ 537074 h 579570"/>
                    <a:gd name="connsiteX5" fmla="*/ 459060 w 493883"/>
                    <a:gd name="connsiteY5" fmla="*/ 537074 h 579570"/>
                    <a:gd name="connsiteX6" fmla="*/ 419494 w 493883"/>
                    <a:gd name="connsiteY6" fmla="*/ 556124 h 579570"/>
                    <a:gd name="connsiteX7" fmla="*/ 419494 w 493883"/>
                    <a:gd name="connsiteY7" fmla="*/ 579571 h 579570"/>
                    <a:gd name="connsiteX8" fmla="*/ 439277 w 493883"/>
                    <a:gd name="connsiteY8" fmla="*/ 579571 h 579570"/>
                    <a:gd name="connsiteX9" fmla="*/ 475180 w 493883"/>
                    <a:gd name="connsiteY9" fmla="*/ 561253 h 579570"/>
                    <a:gd name="connsiteX10" fmla="*/ 475180 w 493883"/>
                    <a:gd name="connsiteY10" fmla="*/ 561253 h 579570"/>
                    <a:gd name="connsiteX11" fmla="*/ 493498 w 493883"/>
                    <a:gd name="connsiteY11" fmla="*/ 520221 h 579570"/>
                    <a:gd name="connsiteX12" fmla="*/ 481774 w 493883"/>
                    <a:gd name="connsiteY12" fmla="*/ 409583 h 579570"/>
                    <a:gd name="connsiteX13" fmla="*/ 454664 w 493883"/>
                    <a:gd name="connsiteY13" fmla="*/ 355363 h 579570"/>
                    <a:gd name="connsiteX14" fmla="*/ 361610 w 493883"/>
                    <a:gd name="connsiteY14" fmla="*/ 307004 h 579570"/>
                    <a:gd name="connsiteX15" fmla="*/ 325708 w 493883"/>
                    <a:gd name="connsiteY15" fmla="*/ 292350 h 579570"/>
                    <a:gd name="connsiteX16" fmla="*/ 321312 w 493883"/>
                    <a:gd name="connsiteY16" fmla="*/ 285755 h 579570"/>
                    <a:gd name="connsiteX17" fmla="*/ 321312 w 493883"/>
                    <a:gd name="connsiteY17" fmla="*/ 268170 h 579570"/>
                    <a:gd name="connsiteX18" fmla="*/ 365274 w 493883"/>
                    <a:gd name="connsiteY18" fmla="*/ 176582 h 579570"/>
                    <a:gd name="connsiteX19" fmla="*/ 365274 w 493883"/>
                    <a:gd name="connsiteY19" fmla="*/ 150205 h 579570"/>
                    <a:gd name="connsiteX20" fmla="*/ 379928 w 493883"/>
                    <a:gd name="connsiteY20" fmla="*/ 154601 h 579570"/>
                    <a:gd name="connsiteX21" fmla="*/ 367472 w 493883"/>
                    <a:gd name="connsiteY21" fmla="*/ 117966 h 579570"/>
                    <a:gd name="connsiteX22" fmla="*/ 363809 w 493883"/>
                    <a:gd name="connsiteY22" fmla="*/ 102579 h 579570"/>
                    <a:gd name="connsiteX23" fmla="*/ 298598 w 493883"/>
                    <a:gd name="connsiteY23" fmla="*/ 13189 h 579570"/>
                    <a:gd name="connsiteX24" fmla="*/ 289073 w 493883"/>
                    <a:gd name="connsiteY24" fmla="*/ 13921 h 579570"/>
                    <a:gd name="connsiteX25" fmla="*/ 282478 w 493883"/>
                    <a:gd name="connsiteY25" fmla="*/ 19050 h 579570"/>
                    <a:gd name="connsiteX26" fmla="*/ 275151 w 493883"/>
                    <a:gd name="connsiteY26" fmla="*/ 8792 h 579570"/>
                    <a:gd name="connsiteX27" fmla="*/ 266359 w 493883"/>
                    <a:gd name="connsiteY27" fmla="*/ 2198 h 579570"/>
                    <a:gd name="connsiteX28" fmla="*/ 246576 w 493883"/>
                    <a:gd name="connsiteY28" fmla="*/ 0 h 579570"/>
                    <a:gd name="connsiteX29" fmla="*/ 130075 w 493883"/>
                    <a:gd name="connsiteY29" fmla="*/ 104777 h 579570"/>
                    <a:gd name="connsiteX30" fmla="*/ 130075 w 493883"/>
                    <a:gd name="connsiteY30" fmla="*/ 109906 h 579570"/>
                    <a:gd name="connsiteX31" fmla="*/ 130075 w 493883"/>
                    <a:gd name="connsiteY31" fmla="*/ 109906 h 579570"/>
                    <a:gd name="connsiteX32" fmla="*/ 130075 w 493883"/>
                    <a:gd name="connsiteY32" fmla="*/ 122362 h 579570"/>
                    <a:gd name="connsiteX33" fmla="*/ 120550 w 493883"/>
                    <a:gd name="connsiteY33" fmla="*/ 168522 h 579570"/>
                    <a:gd name="connsiteX34" fmla="*/ 108094 w 493883"/>
                    <a:gd name="connsiteY34" fmla="*/ 197831 h 579570"/>
                    <a:gd name="connsiteX35" fmla="*/ 131541 w 493883"/>
                    <a:gd name="connsiteY35" fmla="*/ 191236 h 579570"/>
                    <a:gd name="connsiteX36" fmla="*/ 174038 w 493883"/>
                    <a:gd name="connsiteY36" fmla="*/ 266705 h 579570"/>
                    <a:gd name="connsiteX37" fmla="*/ 174038 w 493883"/>
                    <a:gd name="connsiteY37" fmla="*/ 285023 h 579570"/>
                    <a:gd name="connsiteX38" fmla="*/ 169641 w 493883"/>
                    <a:gd name="connsiteY38" fmla="*/ 291617 h 579570"/>
                    <a:gd name="connsiteX39" fmla="*/ 133739 w 493883"/>
                    <a:gd name="connsiteY39" fmla="*/ 306271 h 579570"/>
                    <a:gd name="connsiteX40" fmla="*/ 40685 w 493883"/>
                    <a:gd name="connsiteY40" fmla="*/ 354630 h 579570"/>
                    <a:gd name="connsiteX41" fmla="*/ 12842 w 493883"/>
                    <a:gd name="connsiteY41" fmla="*/ 408850 h 579570"/>
                    <a:gd name="connsiteX42" fmla="*/ 386 w 493883"/>
                    <a:gd name="connsiteY42" fmla="*/ 520221 h 579570"/>
                    <a:gd name="connsiteX43" fmla="*/ 18704 w 493883"/>
                    <a:gd name="connsiteY43" fmla="*/ 561253 h 579570"/>
                    <a:gd name="connsiteX44" fmla="*/ 54607 w 493883"/>
                    <a:gd name="connsiteY44" fmla="*/ 579571 h 579570"/>
                    <a:gd name="connsiteX45" fmla="*/ 75122 w 493883"/>
                    <a:gd name="connsiteY45" fmla="*/ 579571 h 579570"/>
                    <a:gd name="connsiteX46" fmla="*/ 75122 w 493883"/>
                    <a:gd name="connsiteY46" fmla="*/ 556857 h 579570"/>
                    <a:gd name="connsiteX47" fmla="*/ 35556 w 493883"/>
                    <a:gd name="connsiteY47" fmla="*/ 537806 h 579570"/>
                    <a:gd name="connsiteX48" fmla="*/ 29695 w 493883"/>
                    <a:gd name="connsiteY48" fmla="*/ 524618 h 579570"/>
                    <a:gd name="connsiteX49" fmla="*/ 42151 w 493883"/>
                    <a:gd name="connsiteY49" fmla="*/ 411781 h 579570"/>
                    <a:gd name="connsiteX50" fmla="*/ 42151 w 493883"/>
                    <a:gd name="connsiteY50" fmla="*/ 410316 h 579570"/>
                    <a:gd name="connsiteX51" fmla="*/ 59003 w 493883"/>
                    <a:gd name="connsiteY51" fmla="*/ 377344 h 579570"/>
                    <a:gd name="connsiteX52" fmla="*/ 143264 w 493883"/>
                    <a:gd name="connsiteY52" fmla="*/ 334114 h 579570"/>
                    <a:gd name="connsiteX53" fmla="*/ 154987 w 493883"/>
                    <a:gd name="connsiteY53" fmla="*/ 330451 h 579570"/>
                    <a:gd name="connsiteX54" fmla="*/ 247308 w 493883"/>
                    <a:gd name="connsiteY54" fmla="*/ 351699 h 579570"/>
                    <a:gd name="connsiteX55" fmla="*/ 340362 w 493883"/>
                    <a:gd name="connsiteY55" fmla="*/ 330451 h 579570"/>
                    <a:gd name="connsiteX56" fmla="*/ 351353 w 493883"/>
                    <a:gd name="connsiteY56" fmla="*/ 334114 h 579570"/>
                    <a:gd name="connsiteX57" fmla="*/ 159384 w 493883"/>
                    <a:gd name="connsiteY57" fmla="*/ 182444 h 579570"/>
                    <a:gd name="connsiteX58" fmla="*/ 313252 w 493883"/>
                    <a:gd name="connsiteY58" fmla="*/ 95252 h 579570"/>
                    <a:gd name="connsiteX59" fmla="*/ 335233 w 493883"/>
                    <a:gd name="connsiteY59" fmla="*/ 124560 h 579570"/>
                    <a:gd name="connsiteX60" fmla="*/ 335233 w 493883"/>
                    <a:gd name="connsiteY60" fmla="*/ 175850 h 579570"/>
                    <a:gd name="connsiteX61" fmla="*/ 247308 w 493883"/>
                    <a:gd name="connsiteY61" fmla="*/ 263774 h 579570"/>
                    <a:gd name="connsiteX62" fmla="*/ 159384 w 493883"/>
                    <a:gd name="connsiteY62" fmla="*/ 182444 h 579570"/>
                    <a:gd name="connsiteX63" fmla="*/ 188692 w 493883"/>
                    <a:gd name="connsiteY63" fmla="*/ 314331 h 579570"/>
                    <a:gd name="connsiteX64" fmla="*/ 203346 w 493883"/>
                    <a:gd name="connsiteY64" fmla="*/ 285023 h 579570"/>
                    <a:gd name="connsiteX65" fmla="*/ 203346 w 493883"/>
                    <a:gd name="connsiteY65" fmla="*/ 284290 h 579570"/>
                    <a:gd name="connsiteX66" fmla="*/ 291271 w 493883"/>
                    <a:gd name="connsiteY66" fmla="*/ 284290 h 579570"/>
                    <a:gd name="connsiteX67" fmla="*/ 291271 w 493883"/>
                    <a:gd name="connsiteY67" fmla="*/ 285023 h 579570"/>
                    <a:gd name="connsiteX68" fmla="*/ 305192 w 493883"/>
                    <a:gd name="connsiteY68" fmla="*/ 314331 h 579570"/>
                    <a:gd name="connsiteX69" fmla="*/ 246576 w 493883"/>
                    <a:gd name="connsiteY69" fmla="*/ 322391 h 579570"/>
                    <a:gd name="connsiteX70" fmla="*/ 188692 w 493883"/>
                    <a:gd name="connsiteY70" fmla="*/ 314331 h 5795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493883" h="579570">
                      <a:moveTo>
                        <a:pt x="351353" y="334114"/>
                      </a:moveTo>
                      <a:cubicBezTo>
                        <a:pt x="382126" y="345105"/>
                        <a:pt x="411434" y="357561"/>
                        <a:pt x="435614" y="377344"/>
                      </a:cubicBezTo>
                      <a:cubicBezTo>
                        <a:pt x="445872" y="385403"/>
                        <a:pt x="451733" y="397127"/>
                        <a:pt x="451733" y="410316"/>
                      </a:cubicBezTo>
                      <a:lnTo>
                        <a:pt x="464922" y="523885"/>
                      </a:lnTo>
                      <a:cubicBezTo>
                        <a:pt x="465655" y="529014"/>
                        <a:pt x="463457" y="534143"/>
                        <a:pt x="459060" y="537074"/>
                      </a:cubicBezTo>
                      <a:lnTo>
                        <a:pt x="459060" y="537074"/>
                      </a:lnTo>
                      <a:cubicBezTo>
                        <a:pt x="446604" y="545133"/>
                        <a:pt x="433416" y="551728"/>
                        <a:pt x="419494" y="556124"/>
                      </a:cubicBezTo>
                      <a:lnTo>
                        <a:pt x="419494" y="579571"/>
                      </a:lnTo>
                      <a:lnTo>
                        <a:pt x="439277" y="579571"/>
                      </a:lnTo>
                      <a:cubicBezTo>
                        <a:pt x="451733" y="574442"/>
                        <a:pt x="464189" y="568580"/>
                        <a:pt x="475180" y="561253"/>
                      </a:cubicBezTo>
                      <a:lnTo>
                        <a:pt x="475180" y="561253"/>
                      </a:lnTo>
                      <a:cubicBezTo>
                        <a:pt x="488369" y="552461"/>
                        <a:pt x="495696" y="536341"/>
                        <a:pt x="493498" y="520221"/>
                      </a:cubicBezTo>
                      <a:lnTo>
                        <a:pt x="481774" y="409583"/>
                      </a:lnTo>
                      <a:cubicBezTo>
                        <a:pt x="481042" y="388334"/>
                        <a:pt x="471516" y="368551"/>
                        <a:pt x="454664" y="355363"/>
                      </a:cubicBezTo>
                      <a:cubicBezTo>
                        <a:pt x="427554" y="332649"/>
                        <a:pt x="395315" y="318727"/>
                        <a:pt x="361610" y="307004"/>
                      </a:cubicBezTo>
                      <a:lnTo>
                        <a:pt x="325708" y="292350"/>
                      </a:lnTo>
                      <a:cubicBezTo>
                        <a:pt x="322777" y="290884"/>
                        <a:pt x="321312" y="288686"/>
                        <a:pt x="321312" y="285755"/>
                      </a:cubicBezTo>
                      <a:lnTo>
                        <a:pt x="321312" y="268170"/>
                      </a:lnTo>
                      <a:cubicBezTo>
                        <a:pt x="349154" y="246189"/>
                        <a:pt x="365274" y="212485"/>
                        <a:pt x="365274" y="176582"/>
                      </a:cubicBezTo>
                      <a:lnTo>
                        <a:pt x="365274" y="150205"/>
                      </a:lnTo>
                      <a:cubicBezTo>
                        <a:pt x="369670" y="153136"/>
                        <a:pt x="374799" y="153868"/>
                        <a:pt x="379928" y="154601"/>
                      </a:cubicBezTo>
                      <a:lnTo>
                        <a:pt x="367472" y="117966"/>
                      </a:lnTo>
                      <a:cubicBezTo>
                        <a:pt x="366007" y="112837"/>
                        <a:pt x="364541" y="107708"/>
                        <a:pt x="363809" y="102579"/>
                      </a:cubicBezTo>
                      <a:cubicBezTo>
                        <a:pt x="357947" y="60815"/>
                        <a:pt x="333035" y="31506"/>
                        <a:pt x="298598" y="13189"/>
                      </a:cubicBezTo>
                      <a:cubicBezTo>
                        <a:pt x="295667" y="11723"/>
                        <a:pt x="292003" y="11723"/>
                        <a:pt x="289073" y="13921"/>
                      </a:cubicBezTo>
                      <a:lnTo>
                        <a:pt x="282478" y="19050"/>
                      </a:lnTo>
                      <a:lnTo>
                        <a:pt x="275151" y="8792"/>
                      </a:lnTo>
                      <a:cubicBezTo>
                        <a:pt x="272953" y="5862"/>
                        <a:pt x="270022" y="2931"/>
                        <a:pt x="266359" y="2198"/>
                      </a:cubicBezTo>
                      <a:cubicBezTo>
                        <a:pt x="259764" y="733"/>
                        <a:pt x="253170" y="0"/>
                        <a:pt x="246576" y="0"/>
                      </a:cubicBezTo>
                      <a:cubicBezTo>
                        <a:pt x="188692" y="0"/>
                        <a:pt x="140333" y="45428"/>
                        <a:pt x="130075" y="104777"/>
                      </a:cubicBezTo>
                      <a:lnTo>
                        <a:pt x="130075" y="109906"/>
                      </a:lnTo>
                      <a:lnTo>
                        <a:pt x="130075" y="109906"/>
                      </a:lnTo>
                      <a:lnTo>
                        <a:pt x="130075" y="122362"/>
                      </a:lnTo>
                      <a:cubicBezTo>
                        <a:pt x="130075" y="138481"/>
                        <a:pt x="127144" y="153868"/>
                        <a:pt x="120550" y="168522"/>
                      </a:cubicBezTo>
                      <a:lnTo>
                        <a:pt x="108094" y="197831"/>
                      </a:lnTo>
                      <a:cubicBezTo>
                        <a:pt x="108094" y="197831"/>
                        <a:pt x="116887" y="195633"/>
                        <a:pt x="131541" y="191236"/>
                      </a:cubicBezTo>
                      <a:cubicBezTo>
                        <a:pt x="135204" y="221277"/>
                        <a:pt x="150591" y="248387"/>
                        <a:pt x="174038" y="266705"/>
                      </a:cubicBezTo>
                      <a:lnTo>
                        <a:pt x="174038" y="285023"/>
                      </a:lnTo>
                      <a:cubicBezTo>
                        <a:pt x="174038" y="287954"/>
                        <a:pt x="172572" y="290884"/>
                        <a:pt x="169641" y="291617"/>
                      </a:cubicBezTo>
                      <a:lnTo>
                        <a:pt x="133739" y="306271"/>
                      </a:lnTo>
                      <a:cubicBezTo>
                        <a:pt x="100034" y="317995"/>
                        <a:pt x="67795" y="331916"/>
                        <a:pt x="40685" y="354630"/>
                      </a:cubicBezTo>
                      <a:cubicBezTo>
                        <a:pt x="23833" y="367819"/>
                        <a:pt x="13575" y="387602"/>
                        <a:pt x="12842" y="408850"/>
                      </a:cubicBezTo>
                      <a:lnTo>
                        <a:pt x="386" y="520221"/>
                      </a:lnTo>
                      <a:cubicBezTo>
                        <a:pt x="-1812" y="536341"/>
                        <a:pt x="5515" y="552461"/>
                        <a:pt x="18704" y="561253"/>
                      </a:cubicBezTo>
                      <a:cubicBezTo>
                        <a:pt x="29695" y="568580"/>
                        <a:pt x="42151" y="574442"/>
                        <a:pt x="54607" y="579571"/>
                      </a:cubicBezTo>
                      <a:lnTo>
                        <a:pt x="75122" y="579571"/>
                      </a:lnTo>
                      <a:lnTo>
                        <a:pt x="75122" y="556857"/>
                      </a:lnTo>
                      <a:cubicBezTo>
                        <a:pt x="61201" y="551728"/>
                        <a:pt x="48012" y="545866"/>
                        <a:pt x="35556" y="537806"/>
                      </a:cubicBezTo>
                      <a:cubicBezTo>
                        <a:pt x="31160" y="534876"/>
                        <a:pt x="28962" y="529747"/>
                        <a:pt x="29695" y="524618"/>
                      </a:cubicBezTo>
                      <a:lnTo>
                        <a:pt x="42151" y="411781"/>
                      </a:lnTo>
                      <a:lnTo>
                        <a:pt x="42151" y="410316"/>
                      </a:lnTo>
                      <a:cubicBezTo>
                        <a:pt x="42151" y="397127"/>
                        <a:pt x="48745" y="385403"/>
                        <a:pt x="59003" y="377344"/>
                      </a:cubicBezTo>
                      <a:cubicBezTo>
                        <a:pt x="83182" y="357561"/>
                        <a:pt x="112490" y="345105"/>
                        <a:pt x="143264" y="334114"/>
                      </a:cubicBezTo>
                      <a:lnTo>
                        <a:pt x="154987" y="330451"/>
                      </a:lnTo>
                      <a:cubicBezTo>
                        <a:pt x="176236" y="343639"/>
                        <a:pt x="209940" y="351699"/>
                        <a:pt x="247308" y="351699"/>
                      </a:cubicBezTo>
                      <a:cubicBezTo>
                        <a:pt x="284676" y="351699"/>
                        <a:pt x="318381" y="343639"/>
                        <a:pt x="340362" y="330451"/>
                      </a:cubicBezTo>
                      <a:lnTo>
                        <a:pt x="351353" y="334114"/>
                      </a:lnTo>
                      <a:close/>
                      <a:moveTo>
                        <a:pt x="159384" y="182444"/>
                      </a:moveTo>
                      <a:cubicBezTo>
                        <a:pt x="209208" y="165592"/>
                        <a:pt x="281013" y="136283"/>
                        <a:pt x="313252" y="95252"/>
                      </a:cubicBezTo>
                      <a:cubicBezTo>
                        <a:pt x="319846" y="105510"/>
                        <a:pt x="327173" y="115035"/>
                        <a:pt x="335233" y="124560"/>
                      </a:cubicBezTo>
                      <a:lnTo>
                        <a:pt x="335233" y="175850"/>
                      </a:lnTo>
                      <a:cubicBezTo>
                        <a:pt x="335233" y="224208"/>
                        <a:pt x="295667" y="263774"/>
                        <a:pt x="247308" y="263774"/>
                      </a:cubicBezTo>
                      <a:cubicBezTo>
                        <a:pt x="201148" y="263774"/>
                        <a:pt x="163047" y="228604"/>
                        <a:pt x="159384" y="182444"/>
                      </a:cubicBezTo>
                      <a:close/>
                      <a:moveTo>
                        <a:pt x="188692" y="314331"/>
                      </a:moveTo>
                      <a:cubicBezTo>
                        <a:pt x="197484" y="307737"/>
                        <a:pt x="203346" y="296746"/>
                        <a:pt x="203346" y="285023"/>
                      </a:cubicBezTo>
                      <a:lnTo>
                        <a:pt x="203346" y="284290"/>
                      </a:lnTo>
                      <a:cubicBezTo>
                        <a:pt x="231189" y="296013"/>
                        <a:pt x="263428" y="296013"/>
                        <a:pt x="291271" y="284290"/>
                      </a:cubicBezTo>
                      <a:lnTo>
                        <a:pt x="291271" y="285023"/>
                      </a:lnTo>
                      <a:cubicBezTo>
                        <a:pt x="291271" y="296013"/>
                        <a:pt x="296400" y="307004"/>
                        <a:pt x="305192" y="314331"/>
                      </a:cubicBezTo>
                      <a:cubicBezTo>
                        <a:pt x="286142" y="320193"/>
                        <a:pt x="266359" y="323123"/>
                        <a:pt x="246576" y="322391"/>
                      </a:cubicBezTo>
                      <a:cubicBezTo>
                        <a:pt x="227525" y="322391"/>
                        <a:pt x="207742" y="319460"/>
                        <a:pt x="188692" y="31433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F8998634-ABF4-D0D4-BF26-011EB9794389}"/>
                    </a:ext>
                  </a:extLst>
                </p:cNvPr>
                <p:cNvSpPr/>
                <p:nvPr/>
              </p:nvSpPr>
              <p:spPr>
                <a:xfrm>
                  <a:off x="1892868" y="6830160"/>
                  <a:ext cx="1038724" cy="565984"/>
                </a:xfrm>
                <a:custGeom>
                  <a:avLst/>
                  <a:gdLst>
                    <a:gd name="connsiteX0" fmla="*/ 371482 w 427167"/>
                    <a:gd name="connsiteY0" fmla="*/ 18318 h 228604"/>
                    <a:gd name="connsiteX1" fmla="*/ 353164 w 427167"/>
                    <a:gd name="connsiteY1" fmla="*/ 0 h 228604"/>
                    <a:gd name="connsiteX2" fmla="*/ 353164 w 427167"/>
                    <a:gd name="connsiteY2" fmla="*/ 0 h 228604"/>
                    <a:gd name="connsiteX3" fmla="*/ 74003 w 427167"/>
                    <a:gd name="connsiteY3" fmla="*/ 0 h 228604"/>
                    <a:gd name="connsiteX4" fmla="*/ 55686 w 427167"/>
                    <a:gd name="connsiteY4" fmla="*/ 18318 h 228604"/>
                    <a:gd name="connsiteX5" fmla="*/ 55686 w 427167"/>
                    <a:gd name="connsiteY5" fmla="*/ 18318 h 228604"/>
                    <a:gd name="connsiteX6" fmla="*/ 55686 w 427167"/>
                    <a:gd name="connsiteY6" fmla="*/ 200762 h 228604"/>
                    <a:gd name="connsiteX7" fmla="*/ 0 w 427167"/>
                    <a:gd name="connsiteY7" fmla="*/ 200762 h 228604"/>
                    <a:gd name="connsiteX8" fmla="*/ 0 w 427167"/>
                    <a:gd name="connsiteY8" fmla="*/ 210287 h 228604"/>
                    <a:gd name="connsiteX9" fmla="*/ 18318 w 427167"/>
                    <a:gd name="connsiteY9" fmla="*/ 228604 h 228604"/>
                    <a:gd name="connsiteX10" fmla="*/ 408850 w 427167"/>
                    <a:gd name="connsiteY10" fmla="*/ 228604 h 228604"/>
                    <a:gd name="connsiteX11" fmla="*/ 427168 w 427167"/>
                    <a:gd name="connsiteY11" fmla="*/ 210287 h 228604"/>
                    <a:gd name="connsiteX12" fmla="*/ 427168 w 427167"/>
                    <a:gd name="connsiteY12" fmla="*/ 200762 h 228604"/>
                    <a:gd name="connsiteX13" fmla="*/ 371482 w 427167"/>
                    <a:gd name="connsiteY13" fmla="*/ 200762 h 228604"/>
                    <a:gd name="connsiteX14" fmla="*/ 371482 w 427167"/>
                    <a:gd name="connsiteY14" fmla="*/ 18318 h 228604"/>
                    <a:gd name="connsiteX15" fmla="*/ 175117 w 427167"/>
                    <a:gd name="connsiteY15" fmla="*/ 139214 h 228604"/>
                    <a:gd name="connsiteX16" fmla="*/ 164859 w 427167"/>
                    <a:gd name="connsiteY16" fmla="*/ 149472 h 228604"/>
                    <a:gd name="connsiteX17" fmla="*/ 123827 w 427167"/>
                    <a:gd name="connsiteY17" fmla="*/ 108441 h 228604"/>
                    <a:gd name="connsiteX18" fmla="*/ 164859 w 427167"/>
                    <a:gd name="connsiteY18" fmla="*/ 67409 h 228604"/>
                    <a:gd name="connsiteX19" fmla="*/ 175117 w 427167"/>
                    <a:gd name="connsiteY19" fmla="*/ 77667 h 228604"/>
                    <a:gd name="connsiteX20" fmla="*/ 144343 w 427167"/>
                    <a:gd name="connsiteY20" fmla="*/ 108441 h 228604"/>
                    <a:gd name="connsiteX21" fmla="*/ 175117 w 427167"/>
                    <a:gd name="connsiteY21" fmla="*/ 139214 h 228604"/>
                    <a:gd name="connsiteX22" fmla="*/ 202960 w 427167"/>
                    <a:gd name="connsiteY22" fmla="*/ 154601 h 228604"/>
                    <a:gd name="connsiteX23" fmla="*/ 189771 w 427167"/>
                    <a:gd name="connsiteY23" fmla="*/ 148739 h 228604"/>
                    <a:gd name="connsiteX24" fmla="*/ 224208 w 427167"/>
                    <a:gd name="connsiteY24" fmla="*/ 65944 h 228604"/>
                    <a:gd name="connsiteX25" fmla="*/ 237397 w 427167"/>
                    <a:gd name="connsiteY25" fmla="*/ 71805 h 228604"/>
                    <a:gd name="connsiteX26" fmla="*/ 202960 w 427167"/>
                    <a:gd name="connsiteY26" fmla="*/ 154601 h 228604"/>
                    <a:gd name="connsiteX27" fmla="*/ 261576 w 427167"/>
                    <a:gd name="connsiteY27" fmla="*/ 150205 h 228604"/>
                    <a:gd name="connsiteX28" fmla="*/ 251318 w 427167"/>
                    <a:gd name="connsiteY28" fmla="*/ 139947 h 228604"/>
                    <a:gd name="connsiteX29" fmla="*/ 282092 w 427167"/>
                    <a:gd name="connsiteY29" fmla="*/ 109173 h 228604"/>
                    <a:gd name="connsiteX30" fmla="*/ 251318 w 427167"/>
                    <a:gd name="connsiteY30" fmla="*/ 78400 h 228604"/>
                    <a:gd name="connsiteX31" fmla="*/ 261576 w 427167"/>
                    <a:gd name="connsiteY31" fmla="*/ 68142 h 228604"/>
                    <a:gd name="connsiteX32" fmla="*/ 302608 w 427167"/>
                    <a:gd name="connsiteY32" fmla="*/ 109173 h 228604"/>
                    <a:gd name="connsiteX33" fmla="*/ 261576 w 427167"/>
                    <a:gd name="connsiteY33" fmla="*/ 150205 h 2286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427167" h="228604">
                      <a:moveTo>
                        <a:pt x="371482" y="18318"/>
                      </a:moveTo>
                      <a:cubicBezTo>
                        <a:pt x="371482" y="8060"/>
                        <a:pt x="363422" y="0"/>
                        <a:pt x="353164" y="0"/>
                      </a:cubicBezTo>
                      <a:lnTo>
                        <a:pt x="353164" y="0"/>
                      </a:lnTo>
                      <a:lnTo>
                        <a:pt x="74003" y="0"/>
                      </a:lnTo>
                      <a:cubicBezTo>
                        <a:pt x="63745" y="0"/>
                        <a:pt x="55686" y="8060"/>
                        <a:pt x="55686" y="18318"/>
                      </a:cubicBezTo>
                      <a:lnTo>
                        <a:pt x="55686" y="18318"/>
                      </a:lnTo>
                      <a:lnTo>
                        <a:pt x="55686" y="200762"/>
                      </a:lnTo>
                      <a:lnTo>
                        <a:pt x="0" y="200762"/>
                      </a:lnTo>
                      <a:lnTo>
                        <a:pt x="0" y="210287"/>
                      </a:lnTo>
                      <a:cubicBezTo>
                        <a:pt x="0" y="220545"/>
                        <a:pt x="8060" y="228604"/>
                        <a:pt x="18318" y="228604"/>
                      </a:cubicBezTo>
                      <a:lnTo>
                        <a:pt x="408850" y="228604"/>
                      </a:lnTo>
                      <a:cubicBezTo>
                        <a:pt x="419108" y="228604"/>
                        <a:pt x="427168" y="220545"/>
                        <a:pt x="427168" y="210287"/>
                      </a:cubicBezTo>
                      <a:lnTo>
                        <a:pt x="427168" y="200762"/>
                      </a:lnTo>
                      <a:lnTo>
                        <a:pt x="371482" y="200762"/>
                      </a:lnTo>
                      <a:lnTo>
                        <a:pt x="371482" y="18318"/>
                      </a:lnTo>
                      <a:close/>
                      <a:moveTo>
                        <a:pt x="175117" y="139214"/>
                      </a:moveTo>
                      <a:lnTo>
                        <a:pt x="164859" y="149472"/>
                      </a:lnTo>
                      <a:lnTo>
                        <a:pt x="123827" y="108441"/>
                      </a:lnTo>
                      <a:lnTo>
                        <a:pt x="164859" y="67409"/>
                      </a:lnTo>
                      <a:lnTo>
                        <a:pt x="175117" y="77667"/>
                      </a:lnTo>
                      <a:lnTo>
                        <a:pt x="144343" y="108441"/>
                      </a:lnTo>
                      <a:lnTo>
                        <a:pt x="175117" y="139214"/>
                      </a:lnTo>
                      <a:close/>
                      <a:moveTo>
                        <a:pt x="202960" y="154601"/>
                      </a:moveTo>
                      <a:lnTo>
                        <a:pt x="189771" y="148739"/>
                      </a:lnTo>
                      <a:lnTo>
                        <a:pt x="224208" y="65944"/>
                      </a:lnTo>
                      <a:lnTo>
                        <a:pt x="237397" y="71805"/>
                      </a:lnTo>
                      <a:lnTo>
                        <a:pt x="202960" y="154601"/>
                      </a:lnTo>
                      <a:close/>
                      <a:moveTo>
                        <a:pt x="261576" y="150205"/>
                      </a:moveTo>
                      <a:lnTo>
                        <a:pt x="251318" y="139947"/>
                      </a:lnTo>
                      <a:lnTo>
                        <a:pt x="282092" y="109173"/>
                      </a:lnTo>
                      <a:lnTo>
                        <a:pt x="251318" y="78400"/>
                      </a:lnTo>
                      <a:lnTo>
                        <a:pt x="261576" y="68142"/>
                      </a:lnTo>
                      <a:lnTo>
                        <a:pt x="302608" y="109173"/>
                      </a:lnTo>
                      <a:lnTo>
                        <a:pt x="261576" y="1502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97DDA1F-5BCF-82B8-9EBF-5FD48EF32891}"/>
                    </a:ext>
                  </a:extLst>
                </p:cNvPr>
                <p:cNvSpPr txBox="1"/>
                <p:nvPr/>
              </p:nvSpPr>
              <p:spPr>
                <a:xfrm>
                  <a:off x="1180021" y="7610189"/>
                  <a:ext cx="235711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rgbClr val="00B0F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IBM Plex Sans" panose="020B0503050203000203" pitchFamily="34" charset="0"/>
                    </a:rPr>
                    <a:t>Dev</a:t>
                  </a:r>
                  <a:endParaRPr lang="pt-BR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884012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FBD13-2DB1-0118-6AC6-8BFF0846D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306" y="2017986"/>
            <a:ext cx="17554996" cy="215956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1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Continua...</a:t>
            </a:r>
          </a:p>
        </p:txBody>
      </p:sp>
      <p:pic>
        <p:nvPicPr>
          <p:cNvPr id="5" name="Graphic 4" descr="Hourglass Finished outline">
            <a:extLst>
              <a:ext uri="{FF2B5EF4-FFF2-40B4-BE49-F238E27FC236}">
                <a16:creationId xmlns:a16="http://schemas.microsoft.com/office/drawing/2014/main" id="{9891A083-200A-7380-0E4C-B3BEEF435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0690" y="2653553"/>
            <a:ext cx="914400" cy="914400"/>
          </a:xfrm>
          <a:prstGeom prst="rect">
            <a:avLst/>
          </a:prstGeom>
        </p:spPr>
      </p:pic>
      <p:pic>
        <p:nvPicPr>
          <p:cNvPr id="8" name="Graphic 7" descr="Hourglass Finished with solid fill">
            <a:extLst>
              <a:ext uri="{FF2B5EF4-FFF2-40B4-BE49-F238E27FC236}">
                <a16:creationId xmlns:a16="http://schemas.microsoft.com/office/drawing/2014/main" id="{2BAC89B6-8786-04E3-331A-91B9179D48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10690" y="2803553"/>
            <a:ext cx="914400" cy="914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F1C4E07-85E8-2EAF-9CFE-E7D2D6B091FF}"/>
              </a:ext>
            </a:extLst>
          </p:cNvPr>
          <p:cNvSpPr txBox="1">
            <a:spLocks/>
          </p:cNvSpPr>
          <p:nvPr/>
        </p:nvSpPr>
        <p:spPr>
          <a:xfrm>
            <a:off x="3800039" y="3926198"/>
            <a:ext cx="17554996" cy="7261755"/>
          </a:xfrm>
          <a:prstGeom prst="rect">
            <a:avLst/>
          </a:prstGeom>
        </p:spPr>
        <p:txBody>
          <a:bodyPr vert="horz" lIns="91440" tIns="45720" rIns="91440" bIns="45720" numCol="2" rtlCol="0" anchor="b">
            <a:normAutofit lnSpcReduction="10000"/>
          </a:bodyPr>
          <a:lstStyle>
            <a:lvl1pPr algn="l" defTabSz="18288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88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Projeto</a:t>
            </a:r>
            <a:r>
              <a:rPr lang="en-US" sz="2800" dirty="0">
                <a:solidFill>
                  <a:schemeClr val="tx1"/>
                </a:solidFill>
              </a:rPr>
              <a:t> REST</a:t>
            </a:r>
          </a:p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Projeto</a:t>
            </a:r>
            <a:r>
              <a:rPr lang="en-US" sz="2800" dirty="0">
                <a:solidFill>
                  <a:schemeClr val="tx1"/>
                </a:solidFill>
              </a:rPr>
              <a:t> Lib</a:t>
            </a:r>
          </a:p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Projeto</a:t>
            </a:r>
            <a:r>
              <a:rPr lang="en-US" sz="2800" dirty="0">
                <a:solidFill>
                  <a:schemeClr val="tx1"/>
                </a:solidFill>
              </a:rPr>
              <a:t> Policy</a:t>
            </a:r>
          </a:p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Criando</a:t>
            </a:r>
            <a:r>
              <a:rPr lang="en-US" sz="2800" dirty="0">
                <a:solidFill>
                  <a:schemeClr val="tx1"/>
                </a:solidFill>
              </a:rPr>
              <a:t> um </a:t>
            </a:r>
            <a:r>
              <a:rPr lang="en-US" sz="2800" dirty="0" err="1">
                <a:solidFill>
                  <a:schemeClr val="tx1"/>
                </a:solidFill>
              </a:rPr>
              <a:t>projeto</a:t>
            </a:r>
            <a:r>
              <a:rPr lang="en-US" sz="2800" dirty="0">
                <a:solidFill>
                  <a:schemeClr val="tx1"/>
                </a:solidFill>
              </a:rPr>
              <a:t> App </a:t>
            </a:r>
            <a:r>
              <a:rPr lang="en-US" sz="2800" dirty="0" err="1">
                <a:solidFill>
                  <a:schemeClr val="tx1"/>
                </a:solidFill>
              </a:rPr>
              <a:t>chamando</a:t>
            </a:r>
            <a:r>
              <a:rPr lang="en-US" sz="2800" dirty="0">
                <a:solidFill>
                  <a:schemeClr val="tx1"/>
                </a:solidFill>
              </a:rPr>
              <a:t> um SOAP</a:t>
            </a:r>
          </a:p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Criando</a:t>
            </a:r>
            <a:r>
              <a:rPr lang="en-US" sz="2800" dirty="0">
                <a:solidFill>
                  <a:schemeClr val="tx1"/>
                </a:solidFill>
              </a:rPr>
              <a:t> um </a:t>
            </a:r>
            <a:r>
              <a:rPr lang="en-US" sz="2800" dirty="0" err="1">
                <a:solidFill>
                  <a:schemeClr val="tx1"/>
                </a:solidFill>
              </a:rPr>
              <a:t>projeto</a:t>
            </a:r>
            <a:r>
              <a:rPr lang="en-US" sz="2800" dirty="0">
                <a:solidFill>
                  <a:schemeClr val="tx1"/>
                </a:solidFill>
              </a:rPr>
              <a:t> App </a:t>
            </a:r>
            <a:r>
              <a:rPr lang="en-US" sz="2800" dirty="0" err="1">
                <a:solidFill>
                  <a:schemeClr val="tx1"/>
                </a:solidFill>
              </a:rPr>
              <a:t>chamando</a:t>
            </a:r>
            <a:r>
              <a:rPr lang="en-US" sz="2800" dirty="0">
                <a:solidFill>
                  <a:schemeClr val="tx1"/>
                </a:solidFill>
              </a:rPr>
              <a:t> um REST</a:t>
            </a:r>
          </a:p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Trabalhando</a:t>
            </a:r>
            <a:r>
              <a:rPr lang="en-US" sz="2800" dirty="0">
                <a:solidFill>
                  <a:schemeClr val="tx1"/>
                </a:solidFill>
              </a:rPr>
              <a:t> com </a:t>
            </a:r>
            <a:r>
              <a:rPr lang="en-US" sz="2800" dirty="0" err="1">
                <a:solidFill>
                  <a:schemeClr val="tx1"/>
                </a:solidFill>
              </a:rPr>
              <a:t>Árvores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Root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</a:t>
            </a:r>
            <a:r>
              <a:rPr lang="en-US" sz="2800" dirty="0" err="1">
                <a:solidFill>
                  <a:schemeClr val="tx1"/>
                </a:solidFill>
              </a:rPr>
              <a:t>LocalEnvironment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Environment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</a:t>
            </a:r>
            <a:r>
              <a:rPr lang="en-US" sz="2800" dirty="0" err="1">
                <a:solidFill>
                  <a:schemeClr val="tx1"/>
                </a:solidFill>
              </a:rPr>
              <a:t>ExceptionList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Error handler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Compute mode 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Compute Node (ESQL) x Mapping Node x Java Compute Node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Try catch</a:t>
            </a:r>
          </a:p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Trow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Router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Timer</a:t>
            </a:r>
          </a:p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RESTRequest</a:t>
            </a:r>
            <a:r>
              <a:rPr lang="en-US" sz="2800" dirty="0">
                <a:solidFill>
                  <a:schemeClr val="tx1"/>
                </a:solidFill>
              </a:rPr>
              <a:t> x </a:t>
            </a:r>
            <a:r>
              <a:rPr lang="en-US" sz="2800" dirty="0" err="1">
                <a:solidFill>
                  <a:schemeClr val="tx1"/>
                </a:solidFill>
              </a:rPr>
              <a:t>SOAPRequest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RCD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Trace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</a:t>
            </a:r>
            <a:r>
              <a:rPr lang="en-US" sz="2800" dirty="0" err="1">
                <a:solidFill>
                  <a:schemeClr val="tx1"/>
                </a:solidFill>
              </a:rPr>
              <a:t>Ativar</a:t>
            </a:r>
            <a:r>
              <a:rPr lang="en-US" sz="2800" dirty="0">
                <a:solidFill>
                  <a:schemeClr val="tx1"/>
                </a:solidFill>
              </a:rPr>
              <a:t> e </a:t>
            </a:r>
            <a:r>
              <a:rPr lang="en-US" sz="2800" dirty="0" err="1">
                <a:solidFill>
                  <a:schemeClr val="tx1"/>
                </a:solidFill>
              </a:rPr>
              <a:t>desativar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por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comando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Rest error handling</a:t>
            </a:r>
          </a:p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Transacional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Propagate</a:t>
            </a:r>
          </a:p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Persistencia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File node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DFDL 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ISO8583 (</a:t>
            </a:r>
            <a:r>
              <a:rPr lang="en-US" sz="2800" dirty="0" err="1">
                <a:solidFill>
                  <a:schemeClr val="tx1"/>
                </a:solidFill>
              </a:rPr>
              <a:t>mensagem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complexa</a:t>
            </a:r>
            <a:r>
              <a:rPr lang="en-US" sz="2800" dirty="0">
                <a:solidFill>
                  <a:schemeClr val="tx1"/>
                </a:solidFill>
              </a:rPr>
              <a:t>)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CSV</a:t>
            </a:r>
          </a:p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Jmeter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Script create, override e deploy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DevOps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Troubleshooting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Overrides: Timeouts, </a:t>
            </a:r>
            <a:r>
              <a:rPr lang="en-US" sz="2800" dirty="0" err="1">
                <a:solidFill>
                  <a:schemeClr val="tx1"/>
                </a:solidFill>
              </a:rPr>
              <a:t>AddicionalInstances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</a:t>
            </a:r>
            <a:r>
              <a:rPr lang="en-US" sz="2800" dirty="0" err="1">
                <a:solidFill>
                  <a:schemeClr val="tx1"/>
                </a:solidFill>
              </a:rPr>
              <a:t>Configurar</a:t>
            </a:r>
            <a:r>
              <a:rPr lang="en-US" sz="2800" dirty="0">
                <a:solidFill>
                  <a:schemeClr val="tx1"/>
                </a:solidFill>
              </a:rPr>
              <a:t> o toolkit </a:t>
            </a:r>
            <a:r>
              <a:rPr lang="en-US" sz="2800" dirty="0" err="1">
                <a:solidFill>
                  <a:schemeClr val="tx1"/>
                </a:solidFill>
              </a:rPr>
              <a:t>ConfigureColumn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</a:t>
            </a:r>
            <a:r>
              <a:rPr lang="en-US" sz="2800" dirty="0" err="1">
                <a:solidFill>
                  <a:schemeClr val="tx1"/>
                </a:solidFill>
              </a:rPr>
              <a:t>Ajustar</a:t>
            </a:r>
            <a:r>
              <a:rPr lang="en-US" sz="2800" dirty="0">
                <a:solidFill>
                  <a:schemeClr val="tx1"/>
                </a:solidFill>
              </a:rPr>
              <a:t>  ==&gt; </a:t>
            </a:r>
            <a:r>
              <a:rPr lang="en-US" sz="2400" dirty="0">
                <a:solidFill>
                  <a:schemeClr val="tx1"/>
                </a:solidFill>
              </a:rPr>
              <a:t>C:\Program Files\IBM\ACE\12.0.7.0\tools\eclipse.ini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</a:t>
            </a:r>
            <a:r>
              <a:rPr lang="en-US" sz="2800" dirty="0" err="1">
                <a:solidFill>
                  <a:schemeClr val="tx1"/>
                </a:solidFill>
              </a:rPr>
              <a:t>mqsiexplain</a:t>
            </a:r>
            <a:r>
              <a:rPr lang="en-US" sz="2800" dirty="0">
                <a:solidFill>
                  <a:schemeClr val="tx1"/>
                </a:solidFill>
              </a:rPr>
              <a:t> BIP3742</a:t>
            </a:r>
          </a:p>
        </p:txBody>
      </p:sp>
    </p:spTree>
    <p:extLst>
      <p:ext uri="{BB962C8B-B14F-4D97-AF65-F5344CB8AC3E}">
        <p14:creationId xmlns:p14="http://schemas.microsoft.com/office/powerpoint/2010/main" val="26760807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5931B16A-E9C5-A8FE-35E7-95EBB8D703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44123" r="54538" b="42936"/>
          <a:stretch/>
        </p:blipFill>
        <p:spPr>
          <a:xfrm>
            <a:off x="16925365" y="12224729"/>
            <a:ext cx="7117977" cy="11026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REST API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3676B5-CA9D-B43D-9926-B86551DCEEA4}"/>
              </a:ext>
            </a:extLst>
          </p:cNvPr>
          <p:cNvSpPr/>
          <p:nvPr/>
        </p:nvSpPr>
        <p:spPr>
          <a:xfrm>
            <a:off x="15795814" y="8642957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1A7159-1D1B-3CB3-B936-4BF750AF6F92}"/>
              </a:ext>
            </a:extLst>
          </p:cNvPr>
          <p:cNvSpPr/>
          <p:nvPr/>
        </p:nvSpPr>
        <p:spPr>
          <a:xfrm>
            <a:off x="15795814" y="9589106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Swagger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</a:rPr>
              <a:t>Nós: HTTP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31FD8EF-67DE-DF8A-7372-7BCB24CCC46F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01C678E-FD60-1459-C7AD-282DCDC81CCD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57A57EB-1C20-DE53-2FAE-5ED4AF4238ED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9541214-3591-BC8C-AC1B-E987DD028920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61434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2C637BF7-C338-E2AB-09E7-30050A323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09" y="2030384"/>
            <a:ext cx="21722132" cy="116014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REST 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0046C0-745C-1CD4-42AF-A7054989D2A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Swagger</a:t>
            </a:r>
            <a:endParaRPr lang="en-US" sz="40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BD20D56-B957-36F6-B9F3-79C4A8C297C3}"/>
              </a:ext>
            </a:extLst>
          </p:cNvPr>
          <p:cNvGrpSpPr/>
          <p:nvPr/>
        </p:nvGrpSpPr>
        <p:grpSpPr>
          <a:xfrm>
            <a:off x="15795814" y="11258530"/>
            <a:ext cx="8588186" cy="2366030"/>
            <a:chOff x="15795814" y="11258530"/>
            <a:chExt cx="8588186" cy="236603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0A15B52-3E05-B443-4E7F-33903D343B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44123" r="54538" b="42936"/>
            <a:stretch/>
          </p:blipFill>
          <p:spPr>
            <a:xfrm>
              <a:off x="16925365" y="12224729"/>
              <a:ext cx="7117977" cy="11026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83676B5-CA9D-B43D-9926-B86551DCEEA4}"/>
                </a:ext>
              </a:extLst>
            </p:cNvPr>
            <p:cNvSpPr/>
            <p:nvPr/>
          </p:nvSpPr>
          <p:spPr>
            <a:xfrm>
              <a:off x="15795814" y="11258530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ACE_Workshop_Sample_006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31FD8EF-67DE-DF8A-7372-7BCB24CCC46F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601C678E-FD60-1459-C7AD-282DCDC81CCD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357A57EB-1C20-DE53-2FAE-5ED4AF4238ED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541214-3591-BC8C-AC1B-E987DD028920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959265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computer screen with a white box&#10;&#10;Description automatically generated">
            <a:extLst>
              <a:ext uri="{FF2B5EF4-FFF2-40B4-BE49-F238E27FC236}">
                <a16:creationId xmlns:a16="http://schemas.microsoft.com/office/drawing/2014/main" id="{164C2F81-9365-4CE8-D9FD-7B05F4DAEC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09" y="2030385"/>
            <a:ext cx="21795456" cy="11640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REST 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0046C0-745C-1CD4-42AF-A7054989D2A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Swagger</a:t>
            </a:r>
            <a:endParaRPr lang="en-US" sz="4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8A07C6-F0CC-C688-A305-05F122997D13}"/>
              </a:ext>
            </a:extLst>
          </p:cNvPr>
          <p:cNvSpPr/>
          <p:nvPr/>
        </p:nvSpPr>
        <p:spPr>
          <a:xfrm>
            <a:off x="8355106" y="2743199"/>
            <a:ext cx="7028329" cy="75303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BD20D56-B957-36F6-B9F3-79C4A8C297C3}"/>
              </a:ext>
            </a:extLst>
          </p:cNvPr>
          <p:cNvGrpSpPr/>
          <p:nvPr/>
        </p:nvGrpSpPr>
        <p:grpSpPr>
          <a:xfrm>
            <a:off x="15795814" y="11258530"/>
            <a:ext cx="8588186" cy="2366030"/>
            <a:chOff x="15795814" y="11258530"/>
            <a:chExt cx="8588186" cy="236603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0A15B52-3E05-B443-4E7F-33903D343B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44123" r="54538" b="42936"/>
            <a:stretch/>
          </p:blipFill>
          <p:spPr>
            <a:xfrm>
              <a:off x="16925365" y="12224729"/>
              <a:ext cx="7117977" cy="11026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83676B5-CA9D-B43D-9926-B86551DCEEA4}"/>
                </a:ext>
              </a:extLst>
            </p:cNvPr>
            <p:cNvSpPr/>
            <p:nvPr/>
          </p:nvSpPr>
          <p:spPr>
            <a:xfrm>
              <a:off x="15795814" y="11258530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ACE_Workshop_Sample_006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31FD8EF-67DE-DF8A-7372-7BCB24CCC46F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601C678E-FD60-1459-C7AD-282DCDC81CCD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357A57EB-1C20-DE53-2FAE-5ED4AF4238ED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541214-3591-BC8C-AC1B-E987DD028920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828877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REST 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0046C0-745C-1CD4-42AF-A7054989D2A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Swagger</a:t>
            </a:r>
            <a:endParaRPr lang="en-US" sz="4000" dirty="0"/>
          </a:p>
        </p:txBody>
      </p:sp>
      <p:pic>
        <p:nvPicPr>
          <p:cNvPr id="19" name="Picture 18" descr="A screenshot of a computer&#10;&#10;Description automatically generated">
            <a:extLst>
              <a:ext uri="{FF2B5EF4-FFF2-40B4-BE49-F238E27FC236}">
                <a16:creationId xmlns:a16="http://schemas.microsoft.com/office/drawing/2014/main" id="{7712332A-08CE-8012-1018-846959C557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90" t="6247" r="33637" b="28730"/>
          <a:stretch/>
        </p:blipFill>
        <p:spPr>
          <a:xfrm>
            <a:off x="779322" y="2030385"/>
            <a:ext cx="6733102" cy="7222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7476EAD7-BC36-9C7E-7333-568A62E6FB8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07" t="6909" r="34108" b="28509"/>
          <a:stretch/>
        </p:blipFill>
        <p:spPr>
          <a:xfrm>
            <a:off x="6185648" y="3358017"/>
            <a:ext cx="7017766" cy="76155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98AC6AA-F3F8-7329-6956-40173A24431E}"/>
              </a:ext>
            </a:extLst>
          </p:cNvPr>
          <p:cNvGrpSpPr/>
          <p:nvPr/>
        </p:nvGrpSpPr>
        <p:grpSpPr>
          <a:xfrm>
            <a:off x="15795814" y="11258530"/>
            <a:ext cx="8588186" cy="2366030"/>
            <a:chOff x="15795814" y="11258530"/>
            <a:chExt cx="8588186" cy="236603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F996E88-48E0-2DB6-A74A-E0334289E0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387" t="44123" r="54538" b="42936"/>
            <a:stretch/>
          </p:blipFill>
          <p:spPr>
            <a:xfrm>
              <a:off x="16925365" y="12224729"/>
              <a:ext cx="7117977" cy="11026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80B2EC9-7526-C116-235F-F0A1C219B3EC}"/>
                </a:ext>
              </a:extLst>
            </p:cNvPr>
            <p:cNvSpPr/>
            <p:nvPr/>
          </p:nvSpPr>
          <p:spPr>
            <a:xfrm>
              <a:off x="15795814" y="11258530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ACE_Workshop_Sample_006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D53F0BA-0B42-DAED-D0FC-BB1FEE9D2284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1821F8DE-4626-EB8C-AD73-4CC3BE8FF7B4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EFF4055C-A817-A46D-974C-A38B31D5695F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42482A-DC70-A308-5AB6-BFBD6C810843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89556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4A42E0AD-8C1D-79D4-A480-8D376BA63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4" y="2030385"/>
            <a:ext cx="21950843" cy="117235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REST 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0046C0-745C-1CD4-42AF-A7054989D2A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Swagger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859443-F119-3A2E-A819-CFF5A1C9A23B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BE0736-F0C0-4A15-5689-5C4501D5282E}"/>
              </a:ext>
            </a:extLst>
          </p:cNvPr>
          <p:cNvSpPr/>
          <p:nvPr/>
        </p:nvSpPr>
        <p:spPr>
          <a:xfrm>
            <a:off x="16674352" y="6687671"/>
            <a:ext cx="2205319" cy="5378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46D946E9-F913-EC73-8063-EAD1C8A05B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94" t="37105" b="43718"/>
          <a:stretch/>
        </p:blipFill>
        <p:spPr>
          <a:xfrm>
            <a:off x="5512013" y="8550839"/>
            <a:ext cx="17227724" cy="22446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B94DC2A-E2CB-CC8B-7A35-B6BB4140DAB4}"/>
              </a:ext>
            </a:extLst>
          </p:cNvPr>
          <p:cNvGrpSpPr/>
          <p:nvPr/>
        </p:nvGrpSpPr>
        <p:grpSpPr>
          <a:xfrm>
            <a:off x="15795814" y="11258530"/>
            <a:ext cx="8588186" cy="2366030"/>
            <a:chOff x="15795814" y="11258530"/>
            <a:chExt cx="8588186" cy="236603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118A2DF-4B42-7A59-FFD3-CFEC51382F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387" t="44123" r="54538" b="42936"/>
            <a:stretch/>
          </p:blipFill>
          <p:spPr>
            <a:xfrm>
              <a:off x="16925365" y="12224729"/>
              <a:ext cx="7117977" cy="11026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BFC5CE5-0637-7FAC-A18D-FE513969D2F5}"/>
                </a:ext>
              </a:extLst>
            </p:cNvPr>
            <p:cNvSpPr/>
            <p:nvPr/>
          </p:nvSpPr>
          <p:spPr>
            <a:xfrm>
              <a:off x="15795814" y="11258530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ACE_Workshop_Sample_006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D47F7FE-8EFA-6E3A-6C52-99613ABD6677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508F41C-31CC-DC9B-CC7D-9C5B867BA3C8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374189C-5ED4-1572-D991-EA85AB6C107A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A35CBFD-58CA-2862-B66F-6A57FCAA1881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05115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7353F6F3-3E89-88E3-0189-4FBD71E847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4" y="2030384"/>
            <a:ext cx="21685962" cy="11582121"/>
          </a:xfrm>
          <a:prstGeom prst="rect">
            <a:avLst/>
          </a:prstGeom>
        </p:spPr>
      </p:pic>
      <p:pic>
        <p:nvPicPr>
          <p:cNvPr id="26" name="Picture 25" descr="A screenshot of a computer&#10;&#10;Description automatically generated">
            <a:extLst>
              <a:ext uri="{FF2B5EF4-FFF2-40B4-BE49-F238E27FC236}">
                <a16:creationId xmlns:a16="http://schemas.microsoft.com/office/drawing/2014/main" id="{1867B87B-7972-966C-33E1-FEADFEE285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334" y="2030383"/>
            <a:ext cx="21685962" cy="115821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REST 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0046C0-745C-1CD4-42AF-A7054989D2A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Swagger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859443-F119-3A2E-A819-CFF5A1C9A23B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6B94AE9-88C7-8B94-2E4C-10321BE80B95}"/>
              </a:ext>
            </a:extLst>
          </p:cNvPr>
          <p:cNvGrpSpPr/>
          <p:nvPr/>
        </p:nvGrpSpPr>
        <p:grpSpPr>
          <a:xfrm>
            <a:off x="15795814" y="11258530"/>
            <a:ext cx="8588186" cy="2366030"/>
            <a:chOff x="15795814" y="11258530"/>
            <a:chExt cx="8588186" cy="2366030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740EADA-198A-DB2E-405D-CF15D02400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387" t="44123" r="54538" b="42936"/>
            <a:stretch/>
          </p:blipFill>
          <p:spPr>
            <a:xfrm>
              <a:off x="16925365" y="12224729"/>
              <a:ext cx="7117977" cy="11026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88DDDFC-0189-69C9-E020-70812E9C86AF}"/>
                </a:ext>
              </a:extLst>
            </p:cNvPr>
            <p:cNvSpPr/>
            <p:nvPr/>
          </p:nvSpPr>
          <p:spPr>
            <a:xfrm>
              <a:off x="15795814" y="11258530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ACE_Workshop_Sample_006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2E359C8-DDA4-D993-C64C-3A0DE50BF176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F5A045CD-DE37-A6EA-C961-C09D68E63AD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B03AD098-6C9B-3A3B-EDB6-4D937789BFF9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19A5267-15B1-2569-A41C-FE8844B6BD59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223009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REST 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0046C0-745C-1CD4-42AF-A7054989D2A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Swagger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A47A9C-FBE1-93FE-0156-80977F0F2564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Teste</a:t>
            </a:r>
            <a:endParaRPr lang="en-US" sz="4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859443-F119-3A2E-A819-CFF5A1C9A23B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9818814-CEDA-3128-B2EE-299126CBF51F}"/>
              </a:ext>
            </a:extLst>
          </p:cNvPr>
          <p:cNvGrpSpPr/>
          <p:nvPr/>
        </p:nvGrpSpPr>
        <p:grpSpPr>
          <a:xfrm>
            <a:off x="15795814" y="11258530"/>
            <a:ext cx="8588186" cy="2366030"/>
            <a:chOff x="15795814" y="11258530"/>
            <a:chExt cx="8588186" cy="236603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D2EF563-F095-B931-1C74-1098932FD0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387" t="44123" r="54538" b="42936"/>
            <a:stretch/>
          </p:blipFill>
          <p:spPr>
            <a:xfrm>
              <a:off x="16925365" y="12224729"/>
              <a:ext cx="7117977" cy="11026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2C3CB2-DFE2-0EC7-8CC7-B9C8304F1732}"/>
                </a:ext>
              </a:extLst>
            </p:cNvPr>
            <p:cNvSpPr/>
            <p:nvPr/>
          </p:nvSpPr>
          <p:spPr>
            <a:xfrm>
              <a:off x="15795814" y="11258530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ACE_Workshop_Sample_006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A57A134-9793-D194-16F0-F97BF6F9405A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57E46FB0-A5F0-2CB9-ADF7-4405F5572C27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30A3F03-A8A2-26F3-BDBE-003B51FF9235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D0A31C1-B4F0-DB0E-E315-9E61E7A987FA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005356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DD2E04C-6188-657F-115F-31DFCA0207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0397" r="54538" b="56079"/>
          <a:stretch/>
        </p:blipFill>
        <p:spPr>
          <a:xfrm>
            <a:off x="16925365" y="12212825"/>
            <a:ext cx="7117977" cy="11523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1BB4C4-30FB-1879-6CD3-0BAB0C0679A1}"/>
              </a:ext>
            </a:extLst>
          </p:cNvPr>
          <p:cNvSpPr/>
          <p:nvPr/>
        </p:nvSpPr>
        <p:spPr>
          <a:xfrm>
            <a:off x="15795814" y="8631053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141497-884A-ED98-B878-FD0854AAE603}"/>
              </a:ext>
            </a:extLst>
          </p:cNvPr>
          <p:cNvSpPr/>
          <p:nvPr/>
        </p:nvSpPr>
        <p:spPr>
          <a:xfrm>
            <a:off x="15795814" y="9577202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 err="1">
                <a:solidFill>
                  <a:schemeClr val="tx1"/>
                </a:solidFill>
              </a:rPr>
              <a:t>Static</a:t>
            </a:r>
            <a:r>
              <a:rPr lang="pt-BR" sz="3600" dirty="0">
                <a:solidFill>
                  <a:schemeClr val="tx1"/>
                </a:solidFill>
              </a:rPr>
              <a:t> e </a:t>
            </a:r>
            <a:r>
              <a:rPr lang="pt-BR" sz="3600" dirty="0" err="1">
                <a:solidFill>
                  <a:schemeClr val="tx1"/>
                </a:solidFill>
              </a:rPr>
              <a:t>Shared</a:t>
            </a:r>
            <a:endParaRPr lang="pt-BR" sz="3600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4FDD73-B849-3EB2-B9DF-961B372800FF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F4D8DE0-6786-0A88-547E-700BFD86C902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602FA09-33E0-3B39-A4C9-28859134C410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AF33E8-268B-BAC8-98D2-F6B31F9C369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Library</a:t>
            </a:r>
          </a:p>
        </p:txBody>
      </p:sp>
    </p:spTree>
    <p:extLst>
      <p:ext uri="{BB962C8B-B14F-4D97-AF65-F5344CB8AC3E}">
        <p14:creationId xmlns:p14="http://schemas.microsoft.com/office/powerpoint/2010/main" val="30266714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F47AF45C-506A-1EB1-22B4-012424330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4" y="2030381"/>
            <a:ext cx="21765298" cy="116244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D2E04C-6188-657F-115F-31DFCA0207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0397" r="54538" b="56079"/>
          <a:stretch/>
        </p:blipFill>
        <p:spPr>
          <a:xfrm>
            <a:off x="16925365" y="12212825"/>
            <a:ext cx="7117977" cy="11523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1BB4C4-30FB-1879-6CD3-0BAB0C0679A1}"/>
              </a:ext>
            </a:extLst>
          </p:cNvPr>
          <p:cNvSpPr/>
          <p:nvPr/>
        </p:nvSpPr>
        <p:spPr>
          <a:xfrm>
            <a:off x="15795814" y="11264716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ACE_Workshop_Sample_007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4FDD73-B849-3EB2-B9DF-961B372800FF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F4D8DE0-6786-0A88-547E-700BFD86C902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602FA09-33E0-3B39-A4C9-28859134C410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AF33E8-268B-BAC8-98D2-F6B31F9C369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Library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005406-7629-520C-21E4-BA5015BEE782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/>
              <a:t>Shared</a:t>
            </a:r>
            <a:endParaRPr lang="en-US" sz="4000" dirty="0"/>
          </a:p>
        </p:txBody>
      </p:sp>
      <p:pic>
        <p:nvPicPr>
          <p:cNvPr id="15" name="Picture 14" descr="A computer screen with a white box&#10;&#10;Description automatically generated">
            <a:extLst>
              <a:ext uri="{FF2B5EF4-FFF2-40B4-BE49-F238E27FC236}">
                <a16:creationId xmlns:a16="http://schemas.microsoft.com/office/drawing/2014/main" id="{1DA06630-08F5-4D45-8681-CB13F9DCF12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72" t="14844" r="33755" b="25864"/>
          <a:stretch/>
        </p:blipFill>
        <p:spPr>
          <a:xfrm>
            <a:off x="14128377" y="3376024"/>
            <a:ext cx="6687670" cy="65417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BECCFC2-9F75-ED9D-2F64-24085FFC089D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Static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9" name="Picture 18" descr="A screenshot of a computer&#10;&#10;Description automatically generated">
            <a:extLst>
              <a:ext uri="{FF2B5EF4-FFF2-40B4-BE49-F238E27FC236}">
                <a16:creationId xmlns:a16="http://schemas.microsoft.com/office/drawing/2014/main" id="{E445A14F-7A94-9CA3-997F-160D89B2046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23" t="8892" b="34020"/>
          <a:stretch/>
        </p:blipFill>
        <p:spPr>
          <a:xfrm>
            <a:off x="4926305" y="7842627"/>
            <a:ext cx="10627378" cy="46437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4154829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DEDBB9D7-B07C-71EA-B2D9-283E8147B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4" y="2020006"/>
            <a:ext cx="21899172" cy="116959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D2E04C-6188-657F-115F-31DFCA0207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0397" r="54538" b="56079"/>
          <a:stretch/>
        </p:blipFill>
        <p:spPr>
          <a:xfrm>
            <a:off x="16925365" y="12212825"/>
            <a:ext cx="7117977" cy="11523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1BB4C4-30FB-1879-6CD3-0BAB0C0679A1}"/>
              </a:ext>
            </a:extLst>
          </p:cNvPr>
          <p:cNvSpPr/>
          <p:nvPr/>
        </p:nvSpPr>
        <p:spPr>
          <a:xfrm>
            <a:off x="15795814" y="11264716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ACE_Workshop_Sample_007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4FDD73-B849-3EB2-B9DF-961B372800FF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F4D8DE0-6786-0A88-547E-700BFD86C902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602FA09-33E0-3B39-A4C9-28859134C410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AF33E8-268B-BAC8-98D2-F6B31F9C369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Library</a:t>
            </a:r>
          </a:p>
        </p:txBody>
      </p:sp>
      <p:pic>
        <p:nvPicPr>
          <p:cNvPr id="19" name="Picture 18" descr="A screenshot of a computer&#10;&#10;Description automatically generated">
            <a:extLst>
              <a:ext uri="{FF2B5EF4-FFF2-40B4-BE49-F238E27FC236}">
                <a16:creationId xmlns:a16="http://schemas.microsoft.com/office/drawing/2014/main" id="{AFE7C1E7-0952-12FB-A5A2-9DCE79B967A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67" t="15064" r="25985" b="33359"/>
          <a:stretch/>
        </p:blipFill>
        <p:spPr>
          <a:xfrm>
            <a:off x="12729883" y="3460376"/>
            <a:ext cx="9228238" cy="52797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pic>
        <p:nvPicPr>
          <p:cNvPr id="23" name="Picture 22" descr="A screenshot of a computer&#10;&#10;Description automatically generated">
            <a:extLst>
              <a:ext uri="{FF2B5EF4-FFF2-40B4-BE49-F238E27FC236}">
                <a16:creationId xmlns:a16="http://schemas.microsoft.com/office/drawing/2014/main" id="{CCB5DFC7-3694-E31F-C688-BF740C5D36A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23" t="8892" b="34020"/>
          <a:stretch/>
        </p:blipFill>
        <p:spPr>
          <a:xfrm>
            <a:off x="4926305" y="7842627"/>
            <a:ext cx="10627378" cy="46437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F47323D6-BA0E-2777-5457-A25513DB53EA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Shared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C363FC-F979-ED2F-5E9D-CB65AE39BB60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/>
              <a:t>Static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261575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screenshot of a computer&#10;&#10;Description automatically generated">
            <a:extLst>
              <a:ext uri="{FF2B5EF4-FFF2-40B4-BE49-F238E27FC236}">
                <a16:creationId xmlns:a16="http://schemas.microsoft.com/office/drawing/2014/main" id="{B051FA86-248F-E95D-47AF-808AF62594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3" y="2031061"/>
            <a:ext cx="21867947" cy="116793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D2E04C-6188-657F-115F-31DFCA0207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0397" r="54538" b="56079"/>
          <a:stretch/>
        </p:blipFill>
        <p:spPr>
          <a:xfrm>
            <a:off x="16925365" y="12212825"/>
            <a:ext cx="7117977" cy="11523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1BB4C4-30FB-1879-6CD3-0BAB0C0679A1}"/>
              </a:ext>
            </a:extLst>
          </p:cNvPr>
          <p:cNvSpPr/>
          <p:nvPr/>
        </p:nvSpPr>
        <p:spPr>
          <a:xfrm>
            <a:off x="15795814" y="11264716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ACE_Workshop_Sample_007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4FDD73-B849-3EB2-B9DF-961B372800FF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F4D8DE0-6786-0A88-547E-700BFD86C902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602FA09-33E0-3B39-A4C9-28859134C410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AF33E8-268B-BAC8-98D2-F6B31F9C369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Library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005406-7629-520C-21E4-BA5015BEE782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Shared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E06FA6-444D-1DE1-1572-58A432148B0A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Static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65C7F9-3955-88DC-0293-7FF125EFBD68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pic>
        <p:nvPicPr>
          <p:cNvPr id="31" name="Picture 30" descr="A screenshot of a computer&#10;&#10;Description automatically generated">
            <a:extLst>
              <a:ext uri="{FF2B5EF4-FFF2-40B4-BE49-F238E27FC236}">
                <a16:creationId xmlns:a16="http://schemas.microsoft.com/office/drawing/2014/main" id="{E4048DB1-F0ED-FCDB-98A2-C8F5A998BFF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51" t="1729" r="38184" b="26525"/>
          <a:stretch/>
        </p:blipFill>
        <p:spPr>
          <a:xfrm>
            <a:off x="8588187" y="4295022"/>
            <a:ext cx="5056094" cy="83271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pic>
        <p:nvPicPr>
          <p:cNvPr id="34" name="Picture 33" descr="A screenshot of a computer&#10;&#10;Description automatically generated">
            <a:extLst>
              <a:ext uri="{FF2B5EF4-FFF2-40B4-BE49-F238E27FC236}">
                <a16:creationId xmlns:a16="http://schemas.microsoft.com/office/drawing/2014/main" id="{3C1D7E18-9DEC-6A4C-F031-BCD31D6D417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8" t="1865" r="38581" b="27458"/>
          <a:stretch/>
        </p:blipFill>
        <p:spPr>
          <a:xfrm>
            <a:off x="10142111" y="4634458"/>
            <a:ext cx="5056094" cy="82295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5581209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computer screen shot of a chat&#10;&#10;Description automatically generated">
            <a:extLst>
              <a:ext uri="{FF2B5EF4-FFF2-40B4-BE49-F238E27FC236}">
                <a16:creationId xmlns:a16="http://schemas.microsoft.com/office/drawing/2014/main" id="{94028FEF-5CD2-0CF0-F684-F36D67B0B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0" y="2031061"/>
            <a:ext cx="21788615" cy="116369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D2E04C-6188-657F-115F-31DFCA0207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0397" r="54538" b="56079"/>
          <a:stretch/>
        </p:blipFill>
        <p:spPr>
          <a:xfrm>
            <a:off x="16925365" y="12212825"/>
            <a:ext cx="7117977" cy="11523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1BB4C4-30FB-1879-6CD3-0BAB0C0679A1}"/>
              </a:ext>
            </a:extLst>
          </p:cNvPr>
          <p:cNvSpPr/>
          <p:nvPr/>
        </p:nvSpPr>
        <p:spPr>
          <a:xfrm>
            <a:off x="15795814" y="11264716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ACE_Workshop_Sample_007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4FDD73-B849-3EB2-B9DF-961B372800FF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F4D8DE0-6786-0A88-547E-700BFD86C902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602FA09-33E0-3B39-A4C9-28859134C410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AF33E8-268B-BAC8-98D2-F6B31F9C369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Library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005406-7629-520C-21E4-BA5015BEE782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Shared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E06FA6-444D-1DE1-1572-58A432148B0A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Static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65C7F9-3955-88DC-0293-7FF125EFBD68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22693323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DD2E04C-6188-657F-115F-31DFCA0207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0397" r="54538" b="56079"/>
          <a:stretch/>
        </p:blipFill>
        <p:spPr>
          <a:xfrm>
            <a:off x="16925365" y="12212825"/>
            <a:ext cx="7117977" cy="11523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1BB4C4-30FB-1879-6CD3-0BAB0C0679A1}"/>
              </a:ext>
            </a:extLst>
          </p:cNvPr>
          <p:cNvSpPr/>
          <p:nvPr/>
        </p:nvSpPr>
        <p:spPr>
          <a:xfrm>
            <a:off x="15795814" y="11264716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ACE_Workshop_Sample_007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4FDD73-B849-3EB2-B9DF-961B372800FF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F4D8DE0-6786-0A88-547E-700BFD86C902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602FA09-33E0-3B39-A4C9-28859134C410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AF33E8-268B-BAC8-98D2-F6B31F9C369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Library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005406-7629-520C-21E4-BA5015BEE782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Shared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E06FA6-444D-1DE1-1572-58A432148B0A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Static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65C7F9-3955-88DC-0293-7FF125EFBD68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165774-DFE4-E171-BA32-A4F4C2F1572F}"/>
              </a:ext>
            </a:extLst>
          </p:cNvPr>
          <p:cNvSpPr/>
          <p:nvPr/>
        </p:nvSpPr>
        <p:spPr>
          <a:xfrm>
            <a:off x="6652633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Teste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172906079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8630520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70F6F1-8F65-958D-AA9F-FF7310EC0C6D}"/>
              </a:ext>
            </a:extLst>
          </p:cNvPr>
          <p:cNvSpPr/>
          <p:nvPr/>
        </p:nvSpPr>
        <p:spPr>
          <a:xfrm>
            <a:off x="15795814" y="9576669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Policies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D4B8C3-8616-196E-EC12-DD2707D481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83947" r="54538" b="2529"/>
          <a:stretch/>
        </p:blipFill>
        <p:spPr>
          <a:xfrm>
            <a:off x="16925364" y="12212292"/>
            <a:ext cx="7117977" cy="11523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Policy</a:t>
            </a:r>
            <a:endParaRPr lang="pt-BR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3684B29-1994-C357-5D28-4965863F6B81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53975C0-63E0-C22C-9750-F49720A304D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149F970-1F85-AAFA-4413-7278EC3FED81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98CD214-AB84-26D1-7B92-924A36AC677E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98033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screenshot of a computer&#10;&#10;Description automatically generated">
            <a:extLst>
              <a:ext uri="{FF2B5EF4-FFF2-40B4-BE49-F238E27FC236}">
                <a16:creationId xmlns:a16="http://schemas.microsoft.com/office/drawing/2014/main" id="{142CCE45-3003-6B30-BDFC-0B17B7C391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2" y="1987590"/>
            <a:ext cx="21788613" cy="116369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Policy</a:t>
            </a:r>
            <a:endParaRPr lang="pt-BR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894EE01-B396-44F7-D4B5-0A110E49D110}"/>
              </a:ext>
            </a:extLst>
          </p:cNvPr>
          <p:cNvGrpSpPr/>
          <p:nvPr/>
        </p:nvGrpSpPr>
        <p:grpSpPr>
          <a:xfrm>
            <a:off x="15795814" y="11222672"/>
            <a:ext cx="8588186" cy="2401888"/>
            <a:chOff x="15795814" y="11222672"/>
            <a:chExt cx="8588186" cy="24018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81B91C-EEA6-ED2B-7A66-308F34B0730C}"/>
                </a:ext>
              </a:extLst>
            </p:cNvPr>
            <p:cNvSpPr/>
            <p:nvPr/>
          </p:nvSpPr>
          <p:spPr>
            <a:xfrm>
              <a:off x="15795814" y="11222672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ACE_Workshop_Sample_008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7D4B8C3-8616-196E-EC12-DD2707D481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83947" r="54538" b="2529"/>
            <a:stretch/>
          </p:blipFill>
          <p:spPr>
            <a:xfrm>
              <a:off x="16925364" y="12212292"/>
              <a:ext cx="7117977" cy="11523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3684B29-1994-C357-5D28-4965863F6B81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53975C0-63E0-C22C-9750-F49720A304D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149F970-1F85-AAFA-4413-7278EC3FED81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8CD214-AB84-26D1-7B92-924A36AC677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53763386-1B05-F730-C833-5565ECD0EDF9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Projeto</a:t>
            </a:r>
            <a:endParaRPr lang="en-US" sz="4000" dirty="0"/>
          </a:p>
        </p:txBody>
      </p:sp>
      <p:pic>
        <p:nvPicPr>
          <p:cNvPr id="33" name="Picture 32" descr="A screenshot of a computer&#10;&#10;Description automatically generated">
            <a:extLst>
              <a:ext uri="{FF2B5EF4-FFF2-40B4-BE49-F238E27FC236}">
                <a16:creationId xmlns:a16="http://schemas.microsoft.com/office/drawing/2014/main" id="{C06670A4-82B6-924E-20BF-564AB728EB0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11" t="15726" r="30812" b="25644"/>
          <a:stretch/>
        </p:blipFill>
        <p:spPr>
          <a:xfrm>
            <a:off x="12640237" y="3414641"/>
            <a:ext cx="7329324" cy="59803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450915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screenshot of a computer&#10;&#10;Description automatically generated">
            <a:extLst>
              <a:ext uri="{FF2B5EF4-FFF2-40B4-BE49-F238E27FC236}">
                <a16:creationId xmlns:a16="http://schemas.microsoft.com/office/drawing/2014/main" id="{9D06E45A-067B-1922-C91E-C76180127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13"/>
            <a:ext cx="21682405" cy="115802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Policy</a:t>
            </a:r>
            <a:endParaRPr lang="pt-BR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894EE01-B396-44F7-D4B5-0A110E49D110}"/>
              </a:ext>
            </a:extLst>
          </p:cNvPr>
          <p:cNvGrpSpPr/>
          <p:nvPr/>
        </p:nvGrpSpPr>
        <p:grpSpPr>
          <a:xfrm>
            <a:off x="15795814" y="11222672"/>
            <a:ext cx="8588186" cy="2401888"/>
            <a:chOff x="15795814" y="11222672"/>
            <a:chExt cx="8588186" cy="24018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81B91C-EEA6-ED2B-7A66-308F34B0730C}"/>
                </a:ext>
              </a:extLst>
            </p:cNvPr>
            <p:cNvSpPr/>
            <p:nvPr/>
          </p:nvSpPr>
          <p:spPr>
            <a:xfrm>
              <a:off x="15795814" y="11222672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ACE_Workshop_Sample_008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7D4B8C3-8616-196E-EC12-DD2707D481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83947" r="54538" b="2529"/>
            <a:stretch/>
          </p:blipFill>
          <p:spPr>
            <a:xfrm>
              <a:off x="16925364" y="12212292"/>
              <a:ext cx="7117977" cy="11523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3684B29-1994-C357-5D28-4965863F6B81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53975C0-63E0-C22C-9750-F49720A304D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149F970-1F85-AAFA-4413-7278EC3FED81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8CD214-AB84-26D1-7B92-924A36AC677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53763386-1B05-F730-C833-5565ECD0EDF9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Projeto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0" name="Picture 19" descr="A screenshot of a computer&#10;&#10;Description automatically generated">
            <a:extLst>
              <a:ext uri="{FF2B5EF4-FFF2-40B4-BE49-F238E27FC236}">
                <a16:creationId xmlns:a16="http://schemas.microsoft.com/office/drawing/2014/main" id="{69B29577-2213-C825-8767-9802BB0C061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69" t="20944" b="34862"/>
          <a:stretch/>
        </p:blipFill>
        <p:spPr>
          <a:xfrm>
            <a:off x="8937102" y="6239436"/>
            <a:ext cx="14658007" cy="44394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pic>
        <p:nvPicPr>
          <p:cNvPr id="21" name="Picture 20" descr="A computer screen with text&#10;&#10;Description automatically generated">
            <a:extLst>
              <a:ext uri="{FF2B5EF4-FFF2-40B4-BE49-F238E27FC236}">
                <a16:creationId xmlns:a16="http://schemas.microsoft.com/office/drawing/2014/main" id="{D0E1A040-358E-BC2A-BE55-5010717E344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68" r="55235" b="41233"/>
          <a:stretch/>
        </p:blipFill>
        <p:spPr>
          <a:xfrm>
            <a:off x="14289739" y="5157791"/>
            <a:ext cx="9753602" cy="17570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5A5A0DE-C95E-69F2-E22D-09F97FBD18F5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MQ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4566049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E20F887C-1235-48A6-DE74-2278816F7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30683"/>
            <a:ext cx="21567827" cy="115190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Policy</a:t>
            </a:r>
            <a:endParaRPr lang="pt-BR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894EE01-B396-44F7-D4B5-0A110E49D110}"/>
              </a:ext>
            </a:extLst>
          </p:cNvPr>
          <p:cNvGrpSpPr/>
          <p:nvPr/>
        </p:nvGrpSpPr>
        <p:grpSpPr>
          <a:xfrm>
            <a:off x="15795814" y="11222672"/>
            <a:ext cx="8588186" cy="2401888"/>
            <a:chOff x="15795814" y="11222672"/>
            <a:chExt cx="8588186" cy="24018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81B91C-EEA6-ED2B-7A66-308F34B0730C}"/>
                </a:ext>
              </a:extLst>
            </p:cNvPr>
            <p:cNvSpPr/>
            <p:nvPr/>
          </p:nvSpPr>
          <p:spPr>
            <a:xfrm>
              <a:off x="15795814" y="11222672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ACE_Workshop_Sample_008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7D4B8C3-8616-196E-EC12-DD2707D481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83947" r="54538" b="2529"/>
            <a:stretch/>
          </p:blipFill>
          <p:spPr>
            <a:xfrm>
              <a:off x="16925364" y="12212292"/>
              <a:ext cx="7117977" cy="11523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3684B29-1994-C357-5D28-4965863F6B81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53975C0-63E0-C22C-9750-F49720A304D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149F970-1F85-AAFA-4413-7278EC3FED81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8CD214-AB84-26D1-7B92-924A36AC677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BC96D33-3A67-61B1-8368-938C3A75B74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Projeto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A6E245-36DA-EDDA-0719-6E6566114723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MQ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125BC7-D99D-706F-5A41-343E1260D4E1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 err="1"/>
              <a:t>Deploy</a:t>
            </a:r>
            <a:br>
              <a:rPr lang="pt-BR" sz="3600" dirty="0"/>
            </a:br>
            <a:r>
              <a:rPr lang="pt-BR" sz="3600" dirty="0" err="1"/>
              <a:t>Policy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80789914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screenshot of a computer&#10;&#10;Description automatically generated">
            <a:extLst>
              <a:ext uri="{FF2B5EF4-FFF2-40B4-BE49-F238E27FC236}">
                <a16:creationId xmlns:a16="http://schemas.microsoft.com/office/drawing/2014/main" id="{D2F63E79-84A6-FE43-D1A2-C0928F878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11"/>
            <a:ext cx="21682405" cy="11580221"/>
          </a:xfrm>
          <a:prstGeom prst="rect">
            <a:avLst/>
          </a:prstGeom>
        </p:spPr>
      </p:pic>
      <p:pic>
        <p:nvPicPr>
          <p:cNvPr id="17" name="Picture 16" descr="A screenshot of a computer&#10;&#10;Description automatically generated">
            <a:extLst>
              <a:ext uri="{FF2B5EF4-FFF2-40B4-BE49-F238E27FC236}">
                <a16:creationId xmlns:a16="http://schemas.microsoft.com/office/drawing/2014/main" id="{96B988A5-95B6-3EE9-21ED-2576B2240F1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00" t="8374"/>
          <a:stretch/>
        </p:blipFill>
        <p:spPr>
          <a:xfrm>
            <a:off x="5450541" y="2957244"/>
            <a:ext cx="17020755" cy="106104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Policy</a:t>
            </a:r>
            <a:endParaRPr lang="pt-B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FB8FF9-BFCF-17DF-2EA4-6830BD96F78E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894EE01-B396-44F7-D4B5-0A110E49D110}"/>
              </a:ext>
            </a:extLst>
          </p:cNvPr>
          <p:cNvGrpSpPr/>
          <p:nvPr/>
        </p:nvGrpSpPr>
        <p:grpSpPr>
          <a:xfrm>
            <a:off x="15795814" y="11222672"/>
            <a:ext cx="8588186" cy="2401888"/>
            <a:chOff x="15795814" y="11222672"/>
            <a:chExt cx="8588186" cy="24018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81B91C-EEA6-ED2B-7A66-308F34B0730C}"/>
                </a:ext>
              </a:extLst>
            </p:cNvPr>
            <p:cNvSpPr/>
            <p:nvPr/>
          </p:nvSpPr>
          <p:spPr>
            <a:xfrm>
              <a:off x="15795814" y="11222672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ACE_Workshop_Sample_008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7D4B8C3-8616-196E-EC12-DD2707D481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387" t="83947" r="54538" b="2529"/>
            <a:stretch/>
          </p:blipFill>
          <p:spPr>
            <a:xfrm>
              <a:off x="16925364" y="12212292"/>
              <a:ext cx="7117977" cy="11523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3684B29-1994-C357-5D28-4965863F6B81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53975C0-63E0-C22C-9750-F49720A304D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149F970-1F85-AAFA-4413-7278EC3FED81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8CD214-AB84-26D1-7B92-924A36AC677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BC96D33-3A67-61B1-8368-938C3A75B74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Projeto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A6E245-36DA-EDDA-0719-6E6566114723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MQ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125BC7-D99D-706F-5A41-343E1260D4E1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Deploy</a:t>
            </a: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Policy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2510DA-B690-0DB9-9AF6-7A5CEAABB382}"/>
              </a:ext>
            </a:extLst>
          </p:cNvPr>
          <p:cNvSpPr/>
          <p:nvPr/>
        </p:nvSpPr>
        <p:spPr>
          <a:xfrm>
            <a:off x="6652633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284815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2D52366F-3958-D92A-E244-F937F6276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9"/>
            <a:ext cx="21682405" cy="115802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Policy</a:t>
            </a:r>
            <a:endParaRPr lang="pt-BR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894EE01-B396-44F7-D4B5-0A110E49D110}"/>
              </a:ext>
            </a:extLst>
          </p:cNvPr>
          <p:cNvGrpSpPr/>
          <p:nvPr/>
        </p:nvGrpSpPr>
        <p:grpSpPr>
          <a:xfrm>
            <a:off x="15795814" y="11222672"/>
            <a:ext cx="8588186" cy="2401888"/>
            <a:chOff x="15795814" y="11222672"/>
            <a:chExt cx="8588186" cy="24018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81B91C-EEA6-ED2B-7A66-308F34B0730C}"/>
                </a:ext>
              </a:extLst>
            </p:cNvPr>
            <p:cNvSpPr/>
            <p:nvPr/>
          </p:nvSpPr>
          <p:spPr>
            <a:xfrm>
              <a:off x="15795814" y="11222672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ACE_Workshop_Sample_008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7D4B8C3-8616-196E-EC12-DD2707D481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83947" r="54538" b="2529"/>
            <a:stretch/>
          </p:blipFill>
          <p:spPr>
            <a:xfrm>
              <a:off x="16925364" y="12212292"/>
              <a:ext cx="7117977" cy="11523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3684B29-1994-C357-5D28-4965863F6B81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53975C0-63E0-C22C-9750-F49720A304D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149F970-1F85-AAFA-4413-7278EC3FED81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8CD214-AB84-26D1-7B92-924A36AC677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BC96D33-3A67-61B1-8368-938C3A75B74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Projeto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A6E245-36DA-EDDA-0719-6E6566114723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MQ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2510DA-B690-0DB9-9AF6-7A5CEAABB382}"/>
              </a:ext>
            </a:extLst>
          </p:cNvPr>
          <p:cNvSpPr/>
          <p:nvPr/>
        </p:nvSpPr>
        <p:spPr>
          <a:xfrm>
            <a:off x="6652633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CB87AB-203A-C9B5-352D-99C7CA1D5E5B}"/>
              </a:ext>
            </a:extLst>
          </p:cNvPr>
          <p:cNvSpPr/>
          <p:nvPr/>
        </p:nvSpPr>
        <p:spPr>
          <a:xfrm>
            <a:off x="885120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 err="1"/>
              <a:t>Deploy</a:t>
            </a:r>
            <a:r>
              <a:rPr lang="pt-BR" sz="3600" dirty="0"/>
              <a:t> Fluxo</a:t>
            </a:r>
            <a:endParaRPr lang="en-US" sz="3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FB8261-60E2-E1F8-D1D3-C393245905C4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Deploy</a:t>
            </a: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Policy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919491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screenshot of a computer&#10;&#10;Description automatically generated">
            <a:extLst>
              <a:ext uri="{FF2B5EF4-FFF2-40B4-BE49-F238E27FC236}">
                <a16:creationId xmlns:a16="http://schemas.microsoft.com/office/drawing/2014/main" id="{AF3E4C22-99D1-9952-D23C-4979408C4A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8"/>
            <a:ext cx="21682405" cy="1158022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4FC4C10-6ED1-0417-DFB3-BB553346B1DD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Policy</a:t>
            </a:r>
            <a:endParaRPr lang="pt-BR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894EE01-B396-44F7-D4B5-0A110E49D110}"/>
              </a:ext>
            </a:extLst>
          </p:cNvPr>
          <p:cNvGrpSpPr/>
          <p:nvPr/>
        </p:nvGrpSpPr>
        <p:grpSpPr>
          <a:xfrm>
            <a:off x="15795814" y="11222672"/>
            <a:ext cx="8588186" cy="2401888"/>
            <a:chOff x="15795814" y="11222672"/>
            <a:chExt cx="8588186" cy="24018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81B91C-EEA6-ED2B-7A66-308F34B0730C}"/>
                </a:ext>
              </a:extLst>
            </p:cNvPr>
            <p:cNvSpPr/>
            <p:nvPr/>
          </p:nvSpPr>
          <p:spPr>
            <a:xfrm>
              <a:off x="15795814" y="11222672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ACE_Workshop_Sample_008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7D4B8C3-8616-196E-EC12-DD2707D481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83947" r="54538" b="2529"/>
            <a:stretch/>
          </p:blipFill>
          <p:spPr>
            <a:xfrm>
              <a:off x="16925364" y="12212292"/>
              <a:ext cx="7117977" cy="11523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3684B29-1994-C357-5D28-4965863F6B81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53975C0-63E0-C22C-9750-F49720A304D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149F970-1F85-AAFA-4413-7278EC3FED81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8CD214-AB84-26D1-7B92-924A36AC677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BC96D33-3A67-61B1-8368-938C3A75B74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Projeto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A6E245-36DA-EDDA-0719-6E6566114723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MQ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FB8261-60E2-E1F8-D1D3-C393245905C4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Deploy</a:t>
            </a: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Policy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F1ADCE-6972-47E8-9773-5F981ACE3F9C}"/>
              </a:ext>
            </a:extLst>
          </p:cNvPr>
          <p:cNvSpPr/>
          <p:nvPr/>
        </p:nvSpPr>
        <p:spPr>
          <a:xfrm>
            <a:off x="6652633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59819118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9477F9C-BAFE-F45D-0F21-61084A7013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8"/>
            <a:ext cx="21682405" cy="115802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Policy</a:t>
            </a:r>
            <a:endParaRPr lang="pt-BR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894EE01-B396-44F7-D4B5-0A110E49D110}"/>
              </a:ext>
            </a:extLst>
          </p:cNvPr>
          <p:cNvGrpSpPr/>
          <p:nvPr/>
        </p:nvGrpSpPr>
        <p:grpSpPr>
          <a:xfrm>
            <a:off x="15795814" y="11222672"/>
            <a:ext cx="8588186" cy="2401888"/>
            <a:chOff x="15795814" y="11222672"/>
            <a:chExt cx="8588186" cy="24018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81B91C-EEA6-ED2B-7A66-308F34B0730C}"/>
                </a:ext>
              </a:extLst>
            </p:cNvPr>
            <p:cNvSpPr/>
            <p:nvPr/>
          </p:nvSpPr>
          <p:spPr>
            <a:xfrm>
              <a:off x="15795814" y="11222672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ACE_Workshop_Sample_008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7D4B8C3-8616-196E-EC12-DD2707D481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83947" r="54538" b="2529"/>
            <a:stretch/>
          </p:blipFill>
          <p:spPr>
            <a:xfrm>
              <a:off x="16925364" y="12212292"/>
              <a:ext cx="7117977" cy="11523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3684B29-1994-C357-5D28-4965863F6B81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53975C0-63E0-C22C-9750-F49720A304D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149F970-1F85-AAFA-4413-7278EC3FED81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8CD214-AB84-26D1-7B92-924A36AC677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BC96D33-3A67-61B1-8368-938C3A75B74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Projeto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A6E245-36DA-EDDA-0719-6E6566114723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MQ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2510DA-B690-0DB9-9AF6-7A5CEAABB382}"/>
              </a:ext>
            </a:extLst>
          </p:cNvPr>
          <p:cNvSpPr/>
          <p:nvPr/>
        </p:nvSpPr>
        <p:spPr>
          <a:xfrm>
            <a:off x="6652633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CB87AB-203A-C9B5-352D-99C7CA1D5E5B}"/>
              </a:ext>
            </a:extLst>
          </p:cNvPr>
          <p:cNvSpPr/>
          <p:nvPr/>
        </p:nvSpPr>
        <p:spPr>
          <a:xfrm>
            <a:off x="885120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 err="1"/>
              <a:t>Deploy</a:t>
            </a:r>
            <a:r>
              <a:rPr lang="pt-BR" sz="3600" dirty="0"/>
              <a:t> Fluxo</a:t>
            </a:r>
            <a:endParaRPr lang="en-US" sz="3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FB8261-60E2-E1F8-D1D3-C393245905C4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Deploy</a:t>
            </a: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Policy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201824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Policy</a:t>
            </a:r>
            <a:endParaRPr lang="pt-BR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894EE01-B396-44F7-D4B5-0A110E49D110}"/>
              </a:ext>
            </a:extLst>
          </p:cNvPr>
          <p:cNvGrpSpPr/>
          <p:nvPr/>
        </p:nvGrpSpPr>
        <p:grpSpPr>
          <a:xfrm>
            <a:off x="15795814" y="11222672"/>
            <a:ext cx="8588186" cy="2401888"/>
            <a:chOff x="15795814" y="11222672"/>
            <a:chExt cx="8588186" cy="24018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81B91C-EEA6-ED2B-7A66-308F34B0730C}"/>
                </a:ext>
              </a:extLst>
            </p:cNvPr>
            <p:cNvSpPr/>
            <p:nvPr/>
          </p:nvSpPr>
          <p:spPr>
            <a:xfrm>
              <a:off x="15795814" y="11222672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ACE_Workshop_Sample_008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7D4B8C3-8616-196E-EC12-DD2707D481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387" t="83947" r="54538" b="2529"/>
            <a:stretch/>
          </p:blipFill>
          <p:spPr>
            <a:xfrm>
              <a:off x="16925364" y="12212292"/>
              <a:ext cx="7117977" cy="11523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3684B29-1994-C357-5D28-4965863F6B81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53975C0-63E0-C22C-9750-F49720A304D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149F970-1F85-AAFA-4413-7278EC3FED81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8CD214-AB84-26D1-7B92-924A36AC677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24000B42-3025-D14D-1BBB-BC2D05B15EEE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Projeto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074654-AFF0-2543-0F73-CE44BC8086BA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MQ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B440B9-8F13-DA5A-C291-66F84B87371E}"/>
              </a:ext>
            </a:extLst>
          </p:cNvPr>
          <p:cNvSpPr/>
          <p:nvPr/>
        </p:nvSpPr>
        <p:spPr>
          <a:xfrm>
            <a:off x="6652633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C710AB-C9F0-3766-26D9-6EE4181B92D1}"/>
              </a:ext>
            </a:extLst>
          </p:cNvPr>
          <p:cNvSpPr/>
          <p:nvPr/>
        </p:nvSpPr>
        <p:spPr>
          <a:xfrm>
            <a:off x="885120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Deploy</a:t>
            </a: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 Fluxo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1C38F5-52A9-A402-8668-00865DF2BD32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Deploy</a:t>
            </a: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Policy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2C43C7-D20B-6AC7-99B9-FA5D49704B35}"/>
              </a:ext>
            </a:extLst>
          </p:cNvPr>
          <p:cNvSpPr/>
          <p:nvPr/>
        </p:nvSpPr>
        <p:spPr>
          <a:xfrm>
            <a:off x="11047485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/>
              <a:t>Teste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75497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8630520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70F6F1-8F65-958D-AA9F-FF7310EC0C6D}"/>
              </a:ext>
            </a:extLst>
          </p:cNvPr>
          <p:cNvSpPr/>
          <p:nvPr/>
        </p:nvSpPr>
        <p:spPr>
          <a:xfrm>
            <a:off x="15795814" y="9576669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Flow </a:t>
            </a:r>
            <a:r>
              <a:rPr lang="pt-BR" sz="3600" dirty="0" err="1">
                <a:solidFill>
                  <a:schemeClr val="tx1"/>
                </a:solidFill>
              </a:rPr>
              <a:t>Order</a:t>
            </a:r>
            <a:endParaRPr lang="pt-BR" sz="36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63F155-E8E5-B9FB-8DDB-6012CD2392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3684B29-1994-C357-5D28-4965863F6B81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53975C0-63E0-C22C-9750-F49720A304D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149F970-1F85-AAFA-4413-7278EC3FED81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98CD214-AB84-26D1-7B92-924A36AC677E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Flow </a:t>
            </a:r>
            <a:r>
              <a:rPr lang="pt-BR" dirty="0" err="1"/>
              <a:t>Order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92206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D4BCB36-5CBE-457A-971D-74E3462801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6"/>
            <a:ext cx="21682405" cy="115802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ACE_Workshop_Sample_009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Flow </a:t>
            </a:r>
            <a:r>
              <a:rPr lang="pt-BR" dirty="0" err="1"/>
              <a:t>Order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51AC09-BD26-5F4C-55DF-2CD5EA88A5D9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dirty="0"/>
              <a:t>Fluxo</a:t>
            </a:r>
          </a:p>
          <a:p>
            <a:r>
              <a:rPr lang="pt-BR" sz="2800" dirty="0" err="1"/>
              <a:t>URL+Parser</a:t>
            </a:r>
            <a:endParaRPr lang="en-US" sz="2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231E02F-C532-0ABE-D6AF-C0B10CD344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6F76530B-C2FF-F6C2-22AF-60AE9B83A0FD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081BBA5-1198-7E71-0287-2CBE08F0A5A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3020819-F9DD-E2D2-05DD-3AFBE5011BDB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2BD0FB-3143-21E5-C20D-332CF773A7D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36815DA3-A3C0-784B-2111-DCD8911D06C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64" t="70168" r="33519"/>
          <a:stretch/>
        </p:blipFill>
        <p:spPr>
          <a:xfrm>
            <a:off x="9072283" y="9551730"/>
            <a:ext cx="7100048" cy="2426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F16D812C-8D74-6B4B-2C6F-9C4CB3FD6AC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64" t="70168" r="42230"/>
          <a:stretch/>
        </p:blipFill>
        <p:spPr>
          <a:xfrm>
            <a:off x="13086982" y="8478526"/>
            <a:ext cx="5773270" cy="24266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7471E87E-B768-E89F-7482-AB855C1A05B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34" t="69223" r="35285"/>
          <a:stretch/>
        </p:blipFill>
        <p:spPr>
          <a:xfrm>
            <a:off x="16172331" y="6294114"/>
            <a:ext cx="6759389" cy="25034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7183238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D2D807DB-BA1B-94B6-4E8C-9D1231A4D2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5"/>
            <a:ext cx="21682405" cy="115802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ACE_Workshop_Sample_009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Flow </a:t>
            </a:r>
            <a:r>
              <a:rPr lang="pt-BR" dirty="0" err="1"/>
              <a:t>Order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51AC09-BD26-5F4C-55DF-2CD5EA88A5D9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dirty="0">
                <a:solidFill>
                  <a:schemeClr val="bg1">
                    <a:lumMod val="50000"/>
                  </a:schemeClr>
                </a:solidFill>
              </a:rPr>
              <a:t>Fluxo</a:t>
            </a:r>
          </a:p>
          <a:p>
            <a:r>
              <a:rPr lang="pt-BR" sz="2800" dirty="0" err="1">
                <a:solidFill>
                  <a:schemeClr val="bg1">
                    <a:lumMod val="50000"/>
                  </a:schemeClr>
                </a:solidFill>
              </a:rPr>
              <a:t>URL+Parser</a:t>
            </a:r>
            <a:endParaRPr lang="pt-BR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231E02F-C532-0ABE-D6AF-C0B10CD344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6F76530B-C2FF-F6C2-22AF-60AE9B83A0FD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081BBA5-1198-7E71-0287-2CBE08F0A5A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3020819-F9DD-E2D2-05DD-3AFBE5011BDB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2BD0FB-3143-21E5-C20D-332CF773A7D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DC0C121-BF84-F068-8A45-E01063C0060F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200" dirty="0"/>
              <a:t>Flow </a:t>
            </a:r>
            <a:r>
              <a:rPr lang="pt-BR" sz="3200" dirty="0" err="1"/>
              <a:t>Order</a:t>
            </a:r>
            <a:endParaRPr lang="en-US" sz="3200" dirty="0"/>
          </a:p>
        </p:txBody>
      </p:sp>
      <p:pic>
        <p:nvPicPr>
          <p:cNvPr id="15" name="Picture 14" descr="A screenshot of a computer&#10;&#10;Description automatically generated">
            <a:extLst>
              <a:ext uri="{FF2B5EF4-FFF2-40B4-BE49-F238E27FC236}">
                <a16:creationId xmlns:a16="http://schemas.microsoft.com/office/drawing/2014/main" id="{2DB7ADB1-06FA-1618-8062-D8564F816B2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99" t="32227" r="8875" b="50587"/>
          <a:stretch/>
        </p:blipFill>
        <p:spPr>
          <a:xfrm>
            <a:off x="11976847" y="5719482"/>
            <a:ext cx="8570259" cy="1990165"/>
          </a:xfrm>
          <a:prstGeom prst="rect">
            <a:avLst/>
          </a:prstGeom>
        </p:spPr>
      </p:pic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D7211E3F-3D75-F756-BAF1-0F887CF52D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69" b="66689"/>
          <a:stretch/>
        </p:blipFill>
        <p:spPr>
          <a:xfrm>
            <a:off x="7243482" y="1987505"/>
            <a:ext cx="15227814" cy="385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1835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ACE_Workshop_Sample_009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Flow </a:t>
            </a:r>
            <a:r>
              <a:rPr lang="pt-BR" dirty="0" err="1"/>
              <a:t>Order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51AC09-BD26-5F4C-55DF-2CD5EA88A5D9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dirty="0">
                <a:solidFill>
                  <a:schemeClr val="bg1">
                    <a:lumMod val="50000"/>
                  </a:schemeClr>
                </a:solidFill>
              </a:rPr>
              <a:t>Fluxo</a:t>
            </a:r>
          </a:p>
          <a:p>
            <a:r>
              <a:rPr lang="pt-BR" sz="2800" dirty="0" err="1">
                <a:solidFill>
                  <a:schemeClr val="bg1">
                    <a:lumMod val="50000"/>
                  </a:schemeClr>
                </a:solidFill>
              </a:rPr>
              <a:t>URL+Parser</a:t>
            </a:r>
            <a:endParaRPr lang="pt-BR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231E02F-C532-0ABE-D6AF-C0B10CD344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6F76530B-C2FF-F6C2-22AF-60AE9B83A0FD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081BBA5-1198-7E71-0287-2CBE08F0A5A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3020819-F9DD-E2D2-05DD-3AFBE5011BDB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2BD0FB-3143-21E5-C20D-332CF773A7D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DC0C121-BF84-F068-8A45-E01063C0060F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200" dirty="0">
                <a:solidFill>
                  <a:schemeClr val="bg1">
                    <a:lumMod val="50000"/>
                  </a:schemeClr>
                </a:solidFill>
              </a:rPr>
              <a:t>Flow </a:t>
            </a:r>
            <a:r>
              <a:rPr lang="pt-BR" sz="3200" dirty="0" err="1">
                <a:solidFill>
                  <a:schemeClr val="bg1">
                    <a:lumMod val="50000"/>
                  </a:schemeClr>
                </a:solidFill>
              </a:rPr>
              <a:t>Order</a:t>
            </a:r>
            <a:endParaRPr 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AC4F25-8FD5-CA5F-97F0-467142A7D969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200" dirty="0"/>
              <a:t>Teste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151558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8630520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70F6F1-8F65-958D-AA9F-FF7310EC0C6D}"/>
              </a:ext>
            </a:extLst>
          </p:cNvPr>
          <p:cNvSpPr/>
          <p:nvPr/>
        </p:nvSpPr>
        <p:spPr>
          <a:xfrm>
            <a:off x="15795814" y="9576669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Root</a:t>
            </a:r>
          </a:p>
          <a:p>
            <a:pPr algn="just"/>
            <a:r>
              <a:rPr lang="pt-BR" sz="3600" dirty="0" err="1">
                <a:solidFill>
                  <a:schemeClr val="tx1"/>
                </a:solidFill>
              </a:rPr>
              <a:t>Environment</a:t>
            </a:r>
            <a:endParaRPr lang="pt-BR" sz="3600" dirty="0">
              <a:solidFill>
                <a:schemeClr val="tx1"/>
              </a:solidFill>
            </a:endParaRPr>
          </a:p>
          <a:p>
            <a:pPr algn="just"/>
            <a:r>
              <a:rPr lang="pt-BR" sz="3600" dirty="0" err="1">
                <a:solidFill>
                  <a:schemeClr val="tx1"/>
                </a:solidFill>
              </a:rPr>
              <a:t>LocalEnvironment</a:t>
            </a:r>
            <a:endParaRPr lang="pt-BR" sz="3600" dirty="0">
              <a:solidFill>
                <a:schemeClr val="tx1"/>
              </a:solidFill>
            </a:endParaRPr>
          </a:p>
          <a:p>
            <a:pPr algn="just"/>
            <a:r>
              <a:rPr lang="pt-BR" sz="3600" dirty="0" err="1">
                <a:solidFill>
                  <a:schemeClr val="tx1"/>
                </a:solidFill>
              </a:rPr>
              <a:t>ExceptionList</a:t>
            </a:r>
            <a:endParaRPr lang="pt-BR" sz="36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Árvores de Mensagens e Compute </a:t>
            </a:r>
            <a:r>
              <a:rPr lang="pt-BR" dirty="0" err="1"/>
              <a:t>Mode</a:t>
            </a:r>
            <a:endParaRPr lang="pt-B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A1A37F-9142-98F7-8C9F-58D76A658F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FDE67EB-18D5-93E4-E7C6-893FA69D5CC0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E1B9C87-A439-C618-826A-6E3B4FAEA6A4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F5D6B5D-1262-4274-25D2-6B5CFEA7B332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6BCBBD-564E-CA6E-1F5A-2C1690A1228F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41102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screenshot of a computer&#10;&#10;Description automatically generated">
            <a:extLst>
              <a:ext uri="{FF2B5EF4-FFF2-40B4-BE49-F238E27FC236}">
                <a16:creationId xmlns:a16="http://schemas.microsoft.com/office/drawing/2014/main" id="{53A06343-EF5A-6C72-9121-38B5264BE0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6"/>
            <a:ext cx="21682405" cy="115802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Árvores de Mensagens e Compute </a:t>
            </a:r>
            <a:r>
              <a:rPr lang="pt-BR" dirty="0" err="1"/>
              <a:t>Mode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51AC09-BD26-5F4C-55DF-2CD5EA88A5D9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/>
              <a:t>Fluxo</a:t>
            </a:r>
            <a:endParaRPr lang="en-US" sz="3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231E02F-C532-0ABE-D6AF-C0B10CD344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6F76530B-C2FF-F6C2-22AF-60AE9B83A0FD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081BBA5-1198-7E71-0287-2CBE08F0A5A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3020819-F9DD-E2D2-05DD-3AFBE5011BDB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2BD0FB-3143-21E5-C20D-332CF773A7D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61449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screenshot of a computer&#10;&#10;Description automatically generated">
            <a:extLst>
              <a:ext uri="{FF2B5EF4-FFF2-40B4-BE49-F238E27FC236}">
                <a16:creationId xmlns:a16="http://schemas.microsoft.com/office/drawing/2014/main" id="{84316A7B-98C0-8C6D-9E46-97CCF9DC07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5"/>
            <a:ext cx="21682405" cy="115802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Árvores de Mensagens e Compute </a:t>
            </a:r>
            <a:r>
              <a:rPr lang="pt-BR" dirty="0" err="1"/>
              <a:t>Mode</a:t>
            </a:r>
            <a:endParaRPr lang="pt-B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3DFC14-3D71-3F79-4D0F-2C172FEC636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44C6AB-D182-8D87-886F-2387491CD8D1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200" dirty="0"/>
              <a:t>URL</a:t>
            </a:r>
          </a:p>
          <a:p>
            <a:r>
              <a:rPr lang="pt-BR" sz="3200" dirty="0"/>
              <a:t>Parser</a:t>
            </a:r>
            <a:endParaRPr lang="en-US" sz="3200" dirty="0"/>
          </a:p>
        </p:txBody>
      </p:sp>
      <p:pic>
        <p:nvPicPr>
          <p:cNvPr id="15" name="Picture 14" descr="A screenshot of a computer&#10;&#10;Description automatically generated">
            <a:extLst>
              <a:ext uri="{FF2B5EF4-FFF2-40B4-BE49-F238E27FC236}">
                <a16:creationId xmlns:a16="http://schemas.microsoft.com/office/drawing/2014/main" id="{ADE84CCD-CF80-06FC-215A-470AE2E9D1F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52" t="66421" r="41053"/>
          <a:stretch/>
        </p:blipFill>
        <p:spPr>
          <a:xfrm>
            <a:off x="9932897" y="7099077"/>
            <a:ext cx="7673785" cy="35750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pic>
        <p:nvPicPr>
          <p:cNvPr id="17" name="Picture 16" descr="A screenshot of a computer&#10;&#10;Description automatically generated">
            <a:extLst>
              <a:ext uri="{FF2B5EF4-FFF2-40B4-BE49-F238E27FC236}">
                <a16:creationId xmlns:a16="http://schemas.microsoft.com/office/drawing/2014/main" id="{C6C133DB-4A4A-0E1C-7FDA-F4623A818D8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64" t="66201" r="43172" b="-463"/>
          <a:stretch/>
        </p:blipFill>
        <p:spPr>
          <a:xfrm>
            <a:off x="14077965" y="5047384"/>
            <a:ext cx="7315197" cy="36212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AA6963E-94E9-C73E-B4AC-BD75F0F97B1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A99EA3FF-F75C-28CC-E46F-715F7CFB0E45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CCC847-69DE-D2F8-6341-8FE82F8DA965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309080F-F599-884E-A816-762AFAEBF057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2896D65-F1A3-A519-BD9C-3362B26ABD51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55751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screenshot of a computer&#10;&#10;Description automatically generated">
            <a:extLst>
              <a:ext uri="{FF2B5EF4-FFF2-40B4-BE49-F238E27FC236}">
                <a16:creationId xmlns:a16="http://schemas.microsoft.com/office/drawing/2014/main" id="{EB47FD19-8C6B-6BEC-7B06-A1363CDAD0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8991"/>
            <a:ext cx="21682405" cy="115802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Árvores de Mensagens e Compute </a:t>
            </a:r>
            <a:r>
              <a:rPr lang="pt-BR" dirty="0" err="1"/>
              <a:t>Mode</a:t>
            </a:r>
            <a:endParaRPr lang="pt-B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3DFC14-3D71-3F79-4D0F-2C172FEC636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44C6AB-D182-8D87-886F-2387491CD8D1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200" dirty="0">
                <a:solidFill>
                  <a:schemeClr val="bg1">
                    <a:lumMod val="50000"/>
                  </a:schemeClr>
                </a:solidFill>
              </a:rPr>
              <a:t>URL</a:t>
            </a:r>
          </a:p>
          <a:p>
            <a:r>
              <a:rPr lang="pt-BR" sz="32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59BAF1-BC3E-2011-4F9A-0649F77C08C9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ESQL</a:t>
            </a:r>
            <a:endParaRPr lang="en-US" sz="4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EF69E1-CE74-89EC-A728-CBC7F73CF8C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FC5602A1-AAA4-48A2-C05B-7680608A4AFF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3F929E3-163C-43F8-A1F7-BDB0467BE25D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FAD5904-B82D-2079-0EFD-9205A42FCCB1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10E941A-8AD3-71CE-24C6-43DA77F2E8B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8535B09B-21F2-D7AD-E65F-D5636A9B47C5}"/>
              </a:ext>
            </a:extLst>
          </p:cNvPr>
          <p:cNvSpPr/>
          <p:nvPr/>
        </p:nvSpPr>
        <p:spPr>
          <a:xfrm>
            <a:off x="2079810" y="5091382"/>
            <a:ext cx="5163672" cy="628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9E4D6F6-5741-AA81-CF89-947720D097CC}"/>
              </a:ext>
            </a:extLst>
          </p:cNvPr>
          <p:cNvSpPr/>
          <p:nvPr/>
        </p:nvSpPr>
        <p:spPr>
          <a:xfrm>
            <a:off x="2079810" y="10165405"/>
            <a:ext cx="5163672" cy="628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78257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screenshot of a computer&#10;&#10;Description automatically generated">
            <a:extLst>
              <a:ext uri="{FF2B5EF4-FFF2-40B4-BE49-F238E27FC236}">
                <a16:creationId xmlns:a16="http://schemas.microsoft.com/office/drawing/2014/main" id="{9AC95E85-137D-BA77-C85B-533B540A8E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4"/>
            <a:ext cx="21682405" cy="115802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Árvores de Mensagens e Compute </a:t>
            </a:r>
            <a:r>
              <a:rPr lang="pt-BR" dirty="0" err="1"/>
              <a:t>Mode</a:t>
            </a:r>
            <a:endParaRPr lang="pt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6EFB4D-64D2-665A-22C9-4B0E575004CB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3DFC14-3D71-3F79-4D0F-2C172FEC636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44C6AB-D182-8D87-886F-2387491CD8D1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200" dirty="0">
                <a:solidFill>
                  <a:schemeClr val="bg1">
                    <a:lumMod val="50000"/>
                  </a:schemeClr>
                </a:solidFill>
              </a:rPr>
              <a:t>URL</a:t>
            </a:r>
          </a:p>
          <a:p>
            <a:r>
              <a:rPr lang="pt-BR" sz="32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59BAF1-BC3E-2011-4F9A-0649F77C08C9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ESQL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03A155-9699-6D66-43E8-FACD929DC0DF}"/>
              </a:ext>
            </a:extLst>
          </p:cNvPr>
          <p:cNvSpPr/>
          <p:nvPr/>
        </p:nvSpPr>
        <p:spPr>
          <a:xfrm>
            <a:off x="6652633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200" dirty="0"/>
              <a:t>Compute </a:t>
            </a:r>
            <a:r>
              <a:rPr lang="pt-BR" sz="3200" dirty="0" err="1"/>
              <a:t>Mode</a:t>
            </a:r>
            <a:endParaRPr lang="en-US" sz="3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85608C8-E67B-FBAE-B93E-B8BE12EC22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8FCD1845-E739-839E-5E08-CBFAC0BF04B7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E179D54-4A3F-EC65-6718-9CD8A4010E8B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6F59705-9F2D-36EE-165D-4826EC85A791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A0C5A7D-0367-3B2D-45F4-5781B280E6D3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26" name="Picture 25" descr="A screenshot of a computer&#10;&#10;Description automatically generated">
            <a:extLst>
              <a:ext uri="{FF2B5EF4-FFF2-40B4-BE49-F238E27FC236}">
                <a16:creationId xmlns:a16="http://schemas.microsoft.com/office/drawing/2014/main" id="{749CCE1F-6344-A206-A047-1653C5A5F69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2" t="9139" r="54437" b="53541"/>
          <a:stretch/>
        </p:blipFill>
        <p:spPr>
          <a:xfrm>
            <a:off x="13344725" y="3833684"/>
            <a:ext cx="9395012" cy="4321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4164500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screenshot of a computer&#10;&#10;Description automatically generated">
            <a:extLst>
              <a:ext uri="{FF2B5EF4-FFF2-40B4-BE49-F238E27FC236}">
                <a16:creationId xmlns:a16="http://schemas.microsoft.com/office/drawing/2014/main" id="{46197085-7FD0-A9C2-E1D9-ADADD5873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8989"/>
            <a:ext cx="21682405" cy="115802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Árvores de Mensagens e Compute </a:t>
            </a:r>
            <a:r>
              <a:rPr lang="pt-BR" dirty="0" err="1"/>
              <a:t>Mode</a:t>
            </a:r>
            <a:endParaRPr lang="pt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6EFB4D-64D2-665A-22C9-4B0E575004CB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3DFC14-3D71-3F79-4D0F-2C172FEC636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44C6AB-D182-8D87-886F-2387491CD8D1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200" dirty="0">
                <a:solidFill>
                  <a:schemeClr val="bg1">
                    <a:lumMod val="50000"/>
                  </a:schemeClr>
                </a:solidFill>
              </a:rPr>
              <a:t>URL</a:t>
            </a:r>
          </a:p>
          <a:p>
            <a:r>
              <a:rPr lang="pt-BR" sz="32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59BAF1-BC3E-2011-4F9A-0649F77C08C9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ESQL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03A155-9699-6D66-43E8-FACD929DC0DF}"/>
              </a:ext>
            </a:extLst>
          </p:cNvPr>
          <p:cNvSpPr/>
          <p:nvPr/>
        </p:nvSpPr>
        <p:spPr>
          <a:xfrm>
            <a:off x="6652633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200" dirty="0"/>
              <a:t>Compute </a:t>
            </a:r>
            <a:r>
              <a:rPr lang="pt-BR" sz="3200" dirty="0" err="1"/>
              <a:t>Mode</a:t>
            </a:r>
            <a:endParaRPr lang="en-US" sz="3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4CBAB8-97BF-C70A-A821-2AB0DF1858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A15FBC19-0BA5-8638-3D38-001C1693FE6B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9F11F91-4955-CC40-6674-92A557841199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2BE1E4A-D888-3C52-78D4-430BE9E84081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836A2BC-92BB-FD33-DDD0-0CA0C738F9F8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25" name="Picture 24" descr="A screenshot of a computer&#10;&#10;Description automatically generated">
            <a:extLst>
              <a:ext uri="{FF2B5EF4-FFF2-40B4-BE49-F238E27FC236}">
                <a16:creationId xmlns:a16="http://schemas.microsoft.com/office/drawing/2014/main" id="{2E3C589B-FD5E-969B-71D5-9AE04B0552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51" t="9377" r="16814" b="57954"/>
          <a:stretch/>
        </p:blipFill>
        <p:spPr>
          <a:xfrm>
            <a:off x="15795814" y="6408613"/>
            <a:ext cx="7835153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2190566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screenshot of a computer&#10;&#10;Description automatically generated">
            <a:extLst>
              <a:ext uri="{FF2B5EF4-FFF2-40B4-BE49-F238E27FC236}">
                <a16:creationId xmlns:a16="http://schemas.microsoft.com/office/drawing/2014/main" id="{2493F382-8578-8395-F2C3-E1E8D8BE22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0" y="1988988"/>
            <a:ext cx="21682405" cy="115802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Árvores de Mensagens e Compute </a:t>
            </a:r>
            <a:r>
              <a:rPr lang="pt-BR" dirty="0" err="1"/>
              <a:t>Mode</a:t>
            </a:r>
            <a:endParaRPr lang="pt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6EFB4D-64D2-665A-22C9-4B0E575004CB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3DFC14-3D71-3F79-4D0F-2C172FEC636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44C6AB-D182-8D87-886F-2387491CD8D1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200" dirty="0">
                <a:solidFill>
                  <a:schemeClr val="bg1">
                    <a:lumMod val="50000"/>
                  </a:schemeClr>
                </a:solidFill>
              </a:rPr>
              <a:t>URL</a:t>
            </a:r>
          </a:p>
          <a:p>
            <a:r>
              <a:rPr lang="pt-BR" sz="32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59BAF1-BC3E-2011-4F9A-0649F77C08C9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ESQL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03A155-9699-6D66-43E8-FACD929DC0DF}"/>
              </a:ext>
            </a:extLst>
          </p:cNvPr>
          <p:cNvSpPr/>
          <p:nvPr/>
        </p:nvSpPr>
        <p:spPr>
          <a:xfrm>
            <a:off x="6652633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200" dirty="0"/>
              <a:t>Compute </a:t>
            </a:r>
            <a:r>
              <a:rPr lang="pt-BR" sz="3200" dirty="0" err="1"/>
              <a:t>Mode</a:t>
            </a:r>
            <a:endParaRPr lang="en-US" sz="3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AE29CA7-5A8B-D66A-2364-0595A3ADF9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7F696D9A-B884-FD61-588C-7DA13DF2E231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9431DF8-567B-9C6A-E035-6A5D95D71374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A8DCAE-E993-90DA-3FE5-A5D679BFE78A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2207AFC-92F3-AAF2-D346-854230FA943D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9419137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screenshot of a computer&#10;&#10;Description automatically generated">
            <a:extLst>
              <a:ext uri="{FF2B5EF4-FFF2-40B4-BE49-F238E27FC236}">
                <a16:creationId xmlns:a16="http://schemas.microsoft.com/office/drawing/2014/main" id="{E37CDFCD-14E8-C4B5-DCDA-A41EFB55C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8987"/>
            <a:ext cx="21682405" cy="115802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Árvores de Mensagens e Compute </a:t>
            </a:r>
            <a:r>
              <a:rPr lang="pt-BR" dirty="0" err="1"/>
              <a:t>Mode</a:t>
            </a:r>
            <a:endParaRPr lang="pt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6EFB4D-64D2-665A-22C9-4B0E575004CB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3DFC14-3D71-3F79-4D0F-2C172FEC636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44C6AB-D182-8D87-886F-2387491CD8D1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200" dirty="0">
                <a:solidFill>
                  <a:schemeClr val="bg1">
                    <a:lumMod val="50000"/>
                  </a:schemeClr>
                </a:solidFill>
              </a:rPr>
              <a:t>URL</a:t>
            </a:r>
          </a:p>
          <a:p>
            <a:r>
              <a:rPr lang="pt-BR" sz="32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59BAF1-BC3E-2011-4F9A-0649F77C08C9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ESQL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03A155-9699-6D66-43E8-FACD929DC0DF}"/>
              </a:ext>
            </a:extLst>
          </p:cNvPr>
          <p:cNvSpPr/>
          <p:nvPr/>
        </p:nvSpPr>
        <p:spPr>
          <a:xfrm>
            <a:off x="6652633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200" dirty="0"/>
              <a:t>Compute </a:t>
            </a:r>
            <a:r>
              <a:rPr lang="pt-BR" sz="3200" dirty="0" err="1"/>
              <a:t>Mode</a:t>
            </a:r>
            <a:endParaRPr lang="en-US" sz="3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22506F-FDEE-EB59-BDF1-5598C2B748F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EA4920FC-D67B-BA1D-1D81-157B076FF996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EC0720C-EBFF-8208-BAE3-E0A9F0E1F2C9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AA27C76-7D8A-7DA8-D305-00AB80701130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DFAC228-3027-D3AA-F6BB-5BCF5C02B1F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4297526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screenshot of a computer&#10;&#10;Description automatically generated">
            <a:extLst>
              <a:ext uri="{FF2B5EF4-FFF2-40B4-BE49-F238E27FC236}">
                <a16:creationId xmlns:a16="http://schemas.microsoft.com/office/drawing/2014/main" id="{0B7FDD2E-878A-6290-77F7-AEDC5D50E8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8988"/>
            <a:ext cx="21682403" cy="115802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Árvores de Mensagens e Compute </a:t>
            </a:r>
            <a:r>
              <a:rPr lang="pt-BR" dirty="0" err="1"/>
              <a:t>Mode</a:t>
            </a:r>
            <a:endParaRPr lang="pt-B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6EFB4D-64D2-665A-22C9-4B0E575004CB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3DFC14-3D71-3F79-4D0F-2C172FEC636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44C6AB-D182-8D87-886F-2387491CD8D1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200" dirty="0">
                <a:solidFill>
                  <a:schemeClr val="bg1">
                    <a:lumMod val="50000"/>
                  </a:schemeClr>
                </a:solidFill>
              </a:rPr>
              <a:t>URL</a:t>
            </a:r>
          </a:p>
          <a:p>
            <a:r>
              <a:rPr lang="pt-BR" sz="32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59BAF1-BC3E-2011-4F9A-0649F77C08C9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ESQL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03A155-9699-6D66-43E8-FACD929DC0DF}"/>
              </a:ext>
            </a:extLst>
          </p:cNvPr>
          <p:cNvSpPr/>
          <p:nvPr/>
        </p:nvSpPr>
        <p:spPr>
          <a:xfrm>
            <a:off x="6652633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200" dirty="0"/>
              <a:t>Compute </a:t>
            </a:r>
            <a:r>
              <a:rPr lang="pt-BR" sz="3200" dirty="0" err="1"/>
              <a:t>Mode</a:t>
            </a:r>
            <a:endParaRPr lang="en-US" sz="3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537409B-E4A0-972A-4870-197EB3B124A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A65DB638-F898-8515-7085-9C3A2F7CF0A3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3C498A2-C0B1-1E75-2FCB-38EC93ECDC0E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6D60BCE-DBD9-A6E0-2CD3-2B30673A5425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BD489CB-77CF-6BF9-553B-31C8F15AF2A1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2966610"/>
      </p:ext>
    </p:extLst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8630520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70F6F1-8F65-958D-AA9F-FF7310EC0C6D}"/>
              </a:ext>
            </a:extLst>
          </p:cNvPr>
          <p:cNvSpPr/>
          <p:nvPr/>
        </p:nvSpPr>
        <p:spPr>
          <a:xfrm>
            <a:off x="15795814" y="9576669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 err="1">
                <a:solidFill>
                  <a:schemeClr val="tx1"/>
                </a:solidFill>
              </a:rPr>
              <a:t>Error</a:t>
            </a:r>
            <a:r>
              <a:rPr lang="pt-BR" sz="3600" dirty="0">
                <a:solidFill>
                  <a:schemeClr val="tx1"/>
                </a:solidFill>
              </a:rPr>
              <a:t> </a:t>
            </a:r>
            <a:r>
              <a:rPr lang="pt-BR" sz="3600" dirty="0" err="1">
                <a:solidFill>
                  <a:schemeClr val="tx1"/>
                </a:solidFill>
              </a:rPr>
              <a:t>Handling</a:t>
            </a:r>
            <a:r>
              <a:rPr lang="pt-BR" sz="3600" dirty="0">
                <a:solidFill>
                  <a:schemeClr val="tx1"/>
                </a:solidFill>
              </a:rPr>
              <a:t> da </a:t>
            </a:r>
            <a:r>
              <a:rPr lang="pt-BR" sz="3600" dirty="0" err="1">
                <a:solidFill>
                  <a:schemeClr val="tx1"/>
                </a:solidFill>
              </a:rPr>
              <a:t>ExceptionList</a:t>
            </a:r>
            <a:endParaRPr lang="pt-BR" sz="36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Error</a:t>
            </a:r>
            <a:r>
              <a:rPr lang="pt-BR" dirty="0"/>
              <a:t> </a:t>
            </a:r>
            <a:r>
              <a:rPr lang="pt-BR" dirty="0" err="1"/>
              <a:t>Handling</a:t>
            </a:r>
            <a:endParaRPr lang="pt-B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A1A37F-9142-98F7-8C9F-58D76A658F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FDE67EB-18D5-93E4-E7C6-893FA69D5CC0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E1B9C87-A439-C618-826A-6E3B4FAEA6A4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F5D6B5D-1262-4274-25D2-6B5CFEA7B332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6BCBBD-564E-CA6E-1F5A-2C1690A1228F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63016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CBC3FCA-83DF-C2C4-83ED-70E339403E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5"/>
            <a:ext cx="21682405" cy="115802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Error</a:t>
            </a:r>
            <a:r>
              <a:rPr lang="pt-BR" dirty="0"/>
              <a:t> </a:t>
            </a:r>
            <a:r>
              <a:rPr lang="pt-BR" dirty="0" err="1"/>
              <a:t>Handling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51AC09-BD26-5F4C-55DF-2CD5EA88A5D9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/>
              <a:t>Fluxo</a:t>
            </a:r>
            <a:endParaRPr lang="en-US" sz="3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231E02F-C532-0ABE-D6AF-C0B10CD344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6F76530B-C2FF-F6C2-22AF-60AE9B83A0FD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081BBA5-1198-7E71-0287-2CBE08F0A5A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3020819-F9DD-E2D2-05DD-3AFBE5011BDB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2BD0FB-3143-21E5-C20D-332CF773A7D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37982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695E7DB-E107-F912-0094-606DA81FD2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4"/>
            <a:ext cx="21682405" cy="115802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Error</a:t>
            </a:r>
            <a:r>
              <a:rPr lang="pt-BR" dirty="0"/>
              <a:t> </a:t>
            </a:r>
            <a:r>
              <a:rPr lang="pt-BR" dirty="0" err="1"/>
              <a:t>Handling</a:t>
            </a:r>
            <a:endParaRPr lang="pt-B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8A90F8-68FA-151B-AD2B-04210296C2C7}"/>
              </a:ext>
            </a:extLst>
          </p:cNvPr>
          <p:cNvSpPr/>
          <p:nvPr/>
        </p:nvSpPr>
        <p:spPr>
          <a:xfrm>
            <a:off x="5163676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ACE_Workshop_Sample_011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231E02F-C532-0ABE-D6AF-C0B10CD344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6F76530B-C2FF-F6C2-22AF-60AE9B83A0FD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081BBA5-1198-7E71-0287-2CBE08F0A5A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3020819-F9DD-E2D2-05DD-3AFBE5011BDB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2BD0FB-3143-21E5-C20D-332CF773A7D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488EAF66-6842-9EE9-8EA4-6AF9F99FFF76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EE1E51-7B2E-F6C3-BED4-D169EF8B21BB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200" dirty="0"/>
              <a:t>URL</a:t>
            </a:r>
          </a:p>
          <a:p>
            <a:r>
              <a:rPr lang="pt-BR" sz="3200" dirty="0"/>
              <a:t>Parser</a:t>
            </a:r>
            <a:endParaRPr lang="en-US" sz="3200" dirty="0"/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826CDD1A-C00B-4C5B-2F28-38D7071F24C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52" t="66421" r="41053"/>
          <a:stretch/>
        </p:blipFill>
        <p:spPr>
          <a:xfrm>
            <a:off x="9932897" y="7099077"/>
            <a:ext cx="7673785" cy="35750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F914D955-CDFE-DF46-9253-287713211AD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64" t="66201" r="43172" b="-463"/>
          <a:stretch/>
        </p:blipFill>
        <p:spPr>
          <a:xfrm>
            <a:off x="14077965" y="5047384"/>
            <a:ext cx="7315197" cy="36212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7507450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8A6431BF-CDA6-BDE4-7A3E-EC2C7E0EEB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4"/>
            <a:ext cx="21682405" cy="115802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Error</a:t>
            </a:r>
            <a:r>
              <a:rPr lang="pt-BR" dirty="0"/>
              <a:t> </a:t>
            </a:r>
            <a:r>
              <a:rPr lang="pt-BR" dirty="0" err="1"/>
              <a:t>Handling</a:t>
            </a:r>
            <a:endParaRPr lang="pt-BR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231E02F-C532-0ABE-D6AF-C0B10CD344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6F76530B-C2FF-F6C2-22AF-60AE9B83A0FD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081BBA5-1198-7E71-0287-2CBE08F0A5A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3020819-F9DD-E2D2-05DD-3AFBE5011BDB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2BD0FB-3143-21E5-C20D-332CF773A7D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AA5C91D-73EA-48F6-66C4-C1BC3E874E0D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5BB250-173E-C644-2E02-09DD844A8E21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200" dirty="0">
                <a:solidFill>
                  <a:schemeClr val="bg1">
                    <a:lumMod val="50000"/>
                  </a:schemeClr>
                </a:solidFill>
              </a:rPr>
              <a:t>URL</a:t>
            </a:r>
          </a:p>
          <a:p>
            <a:r>
              <a:rPr lang="pt-BR" sz="32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BD9914-3245-61B8-5B62-AAEDADE603CC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/>
              <a:t>ESQL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23420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8C9613DB-4A0D-9E3C-87FF-24D2DF409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3"/>
            <a:ext cx="21682405" cy="115802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Error</a:t>
            </a:r>
            <a:r>
              <a:rPr lang="pt-BR" dirty="0"/>
              <a:t> </a:t>
            </a:r>
            <a:r>
              <a:rPr lang="pt-BR" dirty="0" err="1"/>
              <a:t>Handling</a:t>
            </a:r>
            <a:endParaRPr lang="pt-BR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231E02F-C532-0ABE-D6AF-C0B10CD344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6F76530B-C2FF-F6C2-22AF-60AE9B83A0FD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081BBA5-1198-7E71-0287-2CBE08F0A5A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3020819-F9DD-E2D2-05DD-3AFBE5011BDB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2BD0FB-3143-21E5-C20D-332CF773A7D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3C0C659-C88E-C14F-5078-00C9FFAF7B9C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BCD1FD-35B5-CEAB-164C-E7F406E98547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200" dirty="0">
                <a:solidFill>
                  <a:schemeClr val="bg1">
                    <a:lumMod val="50000"/>
                  </a:schemeClr>
                </a:solidFill>
              </a:rPr>
              <a:t>URL</a:t>
            </a:r>
          </a:p>
          <a:p>
            <a:r>
              <a:rPr lang="pt-BR" sz="32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41F3CD-FF35-0BCE-D4F6-005DDA166BA8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ESQL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E9D813-91F5-AADF-9026-BD65B91993EB}"/>
              </a:ext>
            </a:extLst>
          </p:cNvPr>
          <p:cNvSpPr/>
          <p:nvPr/>
        </p:nvSpPr>
        <p:spPr>
          <a:xfrm>
            <a:off x="6652633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/>
              <a:t>Teste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771837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Description automatically generated">
            <a:extLst>
              <a:ext uri="{FF2B5EF4-FFF2-40B4-BE49-F238E27FC236}">
                <a16:creationId xmlns:a16="http://schemas.microsoft.com/office/drawing/2014/main" id="{C53F2F29-997B-F04E-CDCF-CE21398539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2"/>
            <a:ext cx="21682404" cy="115802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Error</a:t>
            </a:r>
            <a:r>
              <a:rPr lang="pt-BR" dirty="0"/>
              <a:t> </a:t>
            </a:r>
            <a:r>
              <a:rPr lang="pt-BR" dirty="0" err="1"/>
              <a:t>Handling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C0C659-C88E-C14F-5078-00C9FFAF7B9C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BCD1FD-35B5-CEAB-164C-E7F406E98547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200" dirty="0">
                <a:solidFill>
                  <a:schemeClr val="bg1">
                    <a:lumMod val="50000"/>
                  </a:schemeClr>
                </a:solidFill>
              </a:rPr>
              <a:t>URL</a:t>
            </a:r>
          </a:p>
          <a:p>
            <a:r>
              <a:rPr lang="pt-BR" sz="32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41F3CD-FF35-0BCE-D4F6-005DDA166BA8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ESQL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E9D813-91F5-AADF-9026-BD65B91993EB}"/>
              </a:ext>
            </a:extLst>
          </p:cNvPr>
          <p:cNvSpPr/>
          <p:nvPr/>
        </p:nvSpPr>
        <p:spPr>
          <a:xfrm>
            <a:off x="6652633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/>
              <a:t>Teste</a:t>
            </a:r>
            <a:endParaRPr lang="en-US" sz="3600" dirty="0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93941D11-795D-8364-D80D-414E7EE849A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7" t="67743" r="5972" b="17048"/>
          <a:stretch/>
        </p:blipFill>
        <p:spPr>
          <a:xfrm>
            <a:off x="4134957" y="9705318"/>
            <a:ext cx="18187163" cy="17237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ACE_Workshop_Sample_011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231E02F-C532-0ABE-D6AF-C0B10CD3441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6F76530B-C2FF-F6C2-22AF-60AE9B83A0FD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081BBA5-1198-7E71-0287-2CBE08F0A5A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3020819-F9DD-E2D2-05DD-3AFBE5011BDB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2BD0FB-3143-21E5-C20D-332CF773A7D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24273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8630520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70F6F1-8F65-958D-AA9F-FF7310EC0C6D}"/>
              </a:ext>
            </a:extLst>
          </p:cNvPr>
          <p:cNvSpPr/>
          <p:nvPr/>
        </p:nvSpPr>
        <p:spPr>
          <a:xfrm>
            <a:off x="15795814" y="9576669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Timer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Timer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A1A37F-9142-98F7-8C9F-58D76A658F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FDE67EB-18D5-93E4-E7C6-893FA69D5CC0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E1B9C87-A439-C618-826A-6E3B4FAEA6A4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F5D6B5D-1262-4274-25D2-6B5CFEA7B332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6BCBBD-564E-CA6E-1F5A-2C1690A1228F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1026" name="Picture 2" descr="Configure Java app to use IBM MQ Cloud with TLS | Daniel's">
            <a:extLst>
              <a:ext uri="{FF2B5EF4-FFF2-40B4-BE49-F238E27FC236}">
                <a16:creationId xmlns:a16="http://schemas.microsoft.com/office/drawing/2014/main" id="{2571A0C9-0481-048B-F39D-DCF4B8D30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1248" y="12382866"/>
            <a:ext cx="1198572" cy="1039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5496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D08FF9D8-5518-DB2E-B776-485051566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4"/>
            <a:ext cx="21682405" cy="115802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Timer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51AC09-BD26-5F4C-55DF-2CD5EA88A5D9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/>
              <a:t>Fluxo</a:t>
            </a:r>
            <a:endParaRPr lang="en-US" sz="3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231E02F-C532-0ABE-D6AF-C0B10CD344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6F76530B-C2FF-F6C2-22AF-60AE9B83A0FD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081BBA5-1198-7E71-0287-2CBE08F0A5A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3020819-F9DD-E2D2-05DD-3AFBE5011BDB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2BD0FB-3143-21E5-C20D-332CF773A7D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9613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screenshot of a computer&#10;&#10;Description automatically generated">
            <a:extLst>
              <a:ext uri="{FF2B5EF4-FFF2-40B4-BE49-F238E27FC236}">
                <a16:creationId xmlns:a16="http://schemas.microsoft.com/office/drawing/2014/main" id="{B604FB28-66EB-0103-B544-CAFD1B2755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2"/>
            <a:ext cx="21682405" cy="115802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Timer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F1E2F3-936A-3482-592C-21FA253AAA1E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AAA768-C4EF-709C-AB33-19C21D1B0864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 err="1"/>
              <a:t>Config</a:t>
            </a:r>
            <a:endParaRPr lang="en-US" sz="3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9B6F94-B226-C71A-5821-7827E207F89C}"/>
              </a:ext>
            </a:extLst>
          </p:cNvPr>
          <p:cNvSpPr/>
          <p:nvPr/>
        </p:nvSpPr>
        <p:spPr>
          <a:xfrm>
            <a:off x="5163676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ACE_Workshop_Sample_012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231E02F-C532-0ABE-D6AF-C0B10CD344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6F76530B-C2FF-F6C2-22AF-60AE9B83A0FD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081BBA5-1198-7E71-0287-2CBE08F0A5A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3020819-F9DD-E2D2-05DD-3AFBE5011BDB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2BD0FB-3143-21E5-C20D-332CF773A7D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02302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119DD258-F4A2-BE07-7334-213E0313B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1"/>
            <a:ext cx="21682405" cy="115802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Timer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F1E2F3-936A-3482-592C-21FA253AAA1E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AAA768-C4EF-709C-AB33-19C21D1B0864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 err="1"/>
              <a:t>Config</a:t>
            </a:r>
            <a:endParaRPr lang="en-US" sz="3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9B6F94-B226-C71A-5821-7827E207F89C}"/>
              </a:ext>
            </a:extLst>
          </p:cNvPr>
          <p:cNvSpPr/>
          <p:nvPr/>
        </p:nvSpPr>
        <p:spPr>
          <a:xfrm>
            <a:off x="5163676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ACE_Workshop_Sample_012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231E02F-C532-0ABE-D6AF-C0B10CD344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6F76530B-C2FF-F6C2-22AF-60AE9B83A0FD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081BBA5-1198-7E71-0287-2CBE08F0A5A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3020819-F9DD-E2D2-05DD-3AFBE5011BDB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2BD0FB-3143-21E5-C20D-332CF773A7D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85931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03B54DE0-D86C-1BF4-06BC-4E1CD9660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3"/>
            <a:ext cx="21682405" cy="115802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Timer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231E02F-C532-0ABE-D6AF-C0B10CD344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6F76530B-C2FF-F6C2-22AF-60AE9B83A0FD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081BBA5-1198-7E71-0287-2CBE08F0A5A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3020819-F9DD-E2D2-05DD-3AFBE5011BDB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2BD0FB-3143-21E5-C20D-332CF773A7D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DF1E2F3-936A-3482-592C-21FA253AAA1E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AAA768-C4EF-709C-AB33-19C21D1B0864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Config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DE37C1-8E22-6AA6-8F84-6543DDB14497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/>
              <a:t>ESQL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610375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B14D4B98-8E72-E36C-9B10-4435686D95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2"/>
            <a:ext cx="21682405" cy="115802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Timer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231E02F-C532-0ABE-D6AF-C0B10CD344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6F76530B-C2FF-F6C2-22AF-60AE9B83A0FD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081BBA5-1198-7E71-0287-2CBE08F0A5A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3020819-F9DD-E2D2-05DD-3AFBE5011BDB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2BD0FB-3143-21E5-C20D-332CF773A7D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DF1E2F3-936A-3482-592C-21FA253AAA1E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AAA768-C4EF-709C-AB33-19C21D1B0864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ESQL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06B77B-F47E-6C79-672D-5C4DA85906D1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Config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4598C7-59FC-0A1A-F97A-36EBB10DFD8B}"/>
              </a:ext>
            </a:extLst>
          </p:cNvPr>
          <p:cNvSpPr/>
          <p:nvPr/>
        </p:nvSpPr>
        <p:spPr>
          <a:xfrm>
            <a:off x="6735529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/>
              <a:t>Teste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02813154"/>
      </p:ext>
    </p:extLst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5595FA8C-896C-D3DA-6FA9-83ED36D927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0"/>
            <a:ext cx="21682404" cy="115802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Timer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231E02F-C532-0ABE-D6AF-C0B10CD344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6F76530B-C2FF-F6C2-22AF-60AE9B83A0FD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081BBA5-1198-7E71-0287-2CBE08F0A5A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3020819-F9DD-E2D2-05DD-3AFBE5011BDB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2BD0FB-3143-21E5-C20D-332CF773A7D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DF1E2F3-936A-3482-592C-21FA253AAA1E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AAA768-C4EF-709C-AB33-19C21D1B0864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ESQL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06B77B-F47E-6C79-672D-5C4DA85906D1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Config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4598C7-59FC-0A1A-F97A-36EBB10DFD8B}"/>
              </a:ext>
            </a:extLst>
          </p:cNvPr>
          <p:cNvSpPr/>
          <p:nvPr/>
        </p:nvSpPr>
        <p:spPr>
          <a:xfrm>
            <a:off x="6735529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/>
              <a:t>Teste</a:t>
            </a:r>
            <a:endParaRPr lang="en-US" sz="3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0CBC76-C240-13D2-F656-A6AE95E58222}"/>
              </a:ext>
            </a:extLst>
          </p:cNvPr>
          <p:cNvSpPr/>
          <p:nvPr/>
        </p:nvSpPr>
        <p:spPr>
          <a:xfrm>
            <a:off x="7100046" y="9574087"/>
            <a:ext cx="6221507" cy="9504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/>
              <a:t>Não estourou o tempo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26634935"/>
      </p:ext>
    </p:extLst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EF1B3D3B-64B6-6F9C-B45F-B307D07CC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0"/>
            <a:ext cx="21682404" cy="115802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Timer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231E02F-C532-0ABE-D6AF-C0B10CD344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6F76530B-C2FF-F6C2-22AF-60AE9B83A0FD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081BBA5-1198-7E71-0287-2CBE08F0A5A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3020819-F9DD-E2D2-05DD-3AFBE5011BDB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2BD0FB-3143-21E5-C20D-332CF773A7D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DF1E2F3-936A-3482-592C-21FA253AAA1E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AAA768-C4EF-709C-AB33-19C21D1B0864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ESQL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06B77B-F47E-6C79-672D-5C4DA85906D1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Config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4598C7-59FC-0A1A-F97A-36EBB10DFD8B}"/>
              </a:ext>
            </a:extLst>
          </p:cNvPr>
          <p:cNvSpPr/>
          <p:nvPr/>
        </p:nvSpPr>
        <p:spPr>
          <a:xfrm>
            <a:off x="6735529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/>
              <a:t>Teste</a:t>
            </a:r>
            <a:endParaRPr lang="en-US" sz="3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0CBC76-C240-13D2-F656-A6AE95E58222}"/>
              </a:ext>
            </a:extLst>
          </p:cNvPr>
          <p:cNvSpPr/>
          <p:nvPr/>
        </p:nvSpPr>
        <p:spPr>
          <a:xfrm>
            <a:off x="7100046" y="9574087"/>
            <a:ext cx="6221507" cy="9504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/>
              <a:t>Deu o tempo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71013517"/>
      </p:ext>
    </p:extLst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27B54C35-2B17-3CB1-C095-5E62B4F6AA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499"/>
            <a:ext cx="21682404" cy="115802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11222672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ACE_Workshop_Sample_012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Timer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231E02F-C532-0ABE-D6AF-C0B10CD344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6F76530B-C2FF-F6C2-22AF-60AE9B83A0FD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081BBA5-1198-7E71-0287-2CBE08F0A5A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3020819-F9DD-E2D2-05DD-3AFBE5011BDB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2BD0FB-3143-21E5-C20D-332CF773A7D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DF1E2F3-936A-3482-592C-21FA253AAA1E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AAA768-C4EF-709C-AB33-19C21D1B0864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ESQL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06B77B-F47E-6C79-672D-5C4DA85906D1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Config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4598C7-59FC-0A1A-F97A-36EBB10DFD8B}"/>
              </a:ext>
            </a:extLst>
          </p:cNvPr>
          <p:cNvSpPr/>
          <p:nvPr/>
        </p:nvSpPr>
        <p:spPr>
          <a:xfrm>
            <a:off x="6735529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/>
              <a:t>Teste</a:t>
            </a:r>
            <a:endParaRPr lang="en-US" sz="3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0CBC76-C240-13D2-F656-A6AE95E58222}"/>
              </a:ext>
            </a:extLst>
          </p:cNvPr>
          <p:cNvSpPr/>
          <p:nvPr/>
        </p:nvSpPr>
        <p:spPr>
          <a:xfrm>
            <a:off x="7100046" y="9574087"/>
            <a:ext cx="6221507" cy="9504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/>
              <a:t>OK! Deu o tempo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43186889"/>
      </p:ext>
    </p:extLst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FBD13-2DB1-0118-6AC6-8BFF0846D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306" y="2017986"/>
            <a:ext cx="17554996" cy="215956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1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Continua...</a:t>
            </a:r>
          </a:p>
        </p:txBody>
      </p:sp>
      <p:pic>
        <p:nvPicPr>
          <p:cNvPr id="5" name="Graphic 4" descr="Hourglass Finished outline">
            <a:extLst>
              <a:ext uri="{FF2B5EF4-FFF2-40B4-BE49-F238E27FC236}">
                <a16:creationId xmlns:a16="http://schemas.microsoft.com/office/drawing/2014/main" id="{9891A083-200A-7380-0E4C-B3BEEF435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0690" y="2653553"/>
            <a:ext cx="914400" cy="914400"/>
          </a:xfrm>
          <a:prstGeom prst="rect">
            <a:avLst/>
          </a:prstGeom>
        </p:spPr>
      </p:pic>
      <p:pic>
        <p:nvPicPr>
          <p:cNvPr id="8" name="Graphic 7" descr="Hourglass Finished with solid fill">
            <a:extLst>
              <a:ext uri="{FF2B5EF4-FFF2-40B4-BE49-F238E27FC236}">
                <a16:creationId xmlns:a16="http://schemas.microsoft.com/office/drawing/2014/main" id="{2BAC89B6-8786-04E3-331A-91B9179D48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10690" y="2803553"/>
            <a:ext cx="914400" cy="914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F1C4E07-85E8-2EAF-9CFE-E7D2D6B091FF}"/>
              </a:ext>
            </a:extLst>
          </p:cNvPr>
          <p:cNvSpPr txBox="1">
            <a:spLocks/>
          </p:cNvSpPr>
          <p:nvPr/>
        </p:nvSpPr>
        <p:spPr>
          <a:xfrm>
            <a:off x="3800039" y="3926198"/>
            <a:ext cx="17554996" cy="7261755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18288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88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Compute Node (ESQL) x Mapping Node x Java Compute Node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DFDL 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ISO8583 (</a:t>
            </a:r>
            <a:r>
              <a:rPr lang="en-US" sz="2800" dirty="0" err="1">
                <a:solidFill>
                  <a:schemeClr val="tx1"/>
                </a:solidFill>
              </a:rPr>
              <a:t>mensagem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complexa</a:t>
            </a:r>
            <a:r>
              <a:rPr lang="en-US" sz="2800" dirty="0">
                <a:solidFill>
                  <a:schemeClr val="tx1"/>
                </a:solidFill>
              </a:rPr>
              <a:t>)</a:t>
            </a:r>
          </a:p>
          <a:p>
            <a:pPr defTabSz="914400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</a:rPr>
              <a:t>- </a:t>
            </a:r>
            <a:r>
              <a:rPr lang="en-US" sz="3200" dirty="0" err="1">
                <a:solidFill>
                  <a:schemeClr val="tx1"/>
                </a:solidFill>
              </a:rPr>
              <a:t>Ajustar</a:t>
            </a:r>
            <a:r>
              <a:rPr lang="en-US" sz="3200" dirty="0">
                <a:solidFill>
                  <a:schemeClr val="tx1"/>
                </a:solidFill>
              </a:rPr>
              <a:t>  ==&gt; </a:t>
            </a:r>
            <a:r>
              <a:rPr lang="en-US" sz="2800" dirty="0">
                <a:solidFill>
                  <a:schemeClr val="tx1"/>
                </a:solidFill>
              </a:rPr>
              <a:t>C:\Program Files\IBM\ACE\12.0.7.0\tools\eclipse.ini</a:t>
            </a:r>
            <a:endParaRPr lang="en-US" sz="32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Jmeter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Script create, override e deploy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DevOps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Troubleshooting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Overrides: Timeouts, </a:t>
            </a:r>
            <a:r>
              <a:rPr lang="en-US" sz="2800" dirty="0" err="1">
                <a:solidFill>
                  <a:schemeClr val="tx1"/>
                </a:solidFill>
              </a:rPr>
              <a:t>AddicionalInstances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</a:t>
            </a:r>
            <a:r>
              <a:rPr lang="en-US" sz="2800" dirty="0" err="1">
                <a:solidFill>
                  <a:schemeClr val="tx1"/>
                </a:solidFill>
              </a:rPr>
              <a:t>Configurar</a:t>
            </a:r>
            <a:r>
              <a:rPr lang="en-US" sz="2800" dirty="0">
                <a:solidFill>
                  <a:schemeClr val="tx1"/>
                </a:solidFill>
              </a:rPr>
              <a:t> o toolkit </a:t>
            </a:r>
            <a:r>
              <a:rPr lang="en-US" sz="2800" dirty="0" err="1">
                <a:solidFill>
                  <a:schemeClr val="tx1"/>
                </a:solidFill>
              </a:rPr>
              <a:t>ConfigureColumn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455318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5461</TotalTime>
  <Words>1869</Words>
  <Application>Microsoft Office PowerPoint</Application>
  <PresentationFormat>Custom</PresentationFormat>
  <Paragraphs>626</Paragraphs>
  <Slides>98</Slides>
  <Notes>92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7" baseType="lpstr">
      <vt:lpstr>Arial</vt:lpstr>
      <vt:lpstr>Calibri</vt:lpstr>
      <vt:lpstr>Calibri Light</vt:lpstr>
      <vt:lpstr>Helvetica Neue</vt:lpstr>
      <vt:lpstr>IBM Plex Sans</vt:lpstr>
      <vt:lpstr>RedHatText</vt:lpstr>
      <vt:lpstr>Times New Roman</vt:lpstr>
      <vt:lpstr>Wingdings</vt:lpstr>
      <vt:lpstr>Office Theme</vt:lpstr>
      <vt:lpstr>IBM ACE – App Connect Enterprise Avançado - Passos do Dev</vt:lpstr>
      <vt:lpstr>    Agenda</vt:lpstr>
      <vt:lpstr>Passos do Dev (Desenvolvimento)</vt:lpstr>
      <vt:lpstr>PowerPoint Presentation</vt:lpstr>
      <vt:lpstr>ACE Toolkit</vt:lpstr>
      <vt:lpstr>ACE Toolkit</vt:lpstr>
      <vt:lpstr>ACE Toolkit</vt:lpstr>
      <vt:lpstr>ACE Toolkit - Perspectivas</vt:lpstr>
      <vt:lpstr>ACE Toolkit IN e IS</vt:lpstr>
      <vt:lpstr>ACE Projects</vt:lpstr>
      <vt:lpstr>Modelos de Mensagens</vt:lpstr>
      <vt:lpstr>Criando um projeto Application </vt:lpstr>
      <vt:lpstr>Criando um projeto Application </vt:lpstr>
      <vt:lpstr>Criando um projeto Application </vt:lpstr>
      <vt:lpstr>Criando um projeto Application </vt:lpstr>
      <vt:lpstr>Criando um projeto Application </vt:lpstr>
      <vt:lpstr>Criando um projeto Application 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 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Integration Service </vt:lpstr>
      <vt:lpstr>Criando um projeto Integration Service </vt:lpstr>
      <vt:lpstr>Criando um projeto Integration Service </vt:lpstr>
      <vt:lpstr>Criando um projeto Integration Service </vt:lpstr>
      <vt:lpstr>Criando um projeto Integration Service </vt:lpstr>
      <vt:lpstr>Criando um projeto Integration Service </vt:lpstr>
      <vt:lpstr>Criando um projeto Integration Service </vt:lpstr>
      <vt:lpstr>Continua...</vt:lpstr>
      <vt:lpstr>Criando um projeto REST API</vt:lpstr>
      <vt:lpstr>Criando um projeto REST API</vt:lpstr>
      <vt:lpstr>Criando um projeto REST API</vt:lpstr>
      <vt:lpstr>Criando um projeto REST API</vt:lpstr>
      <vt:lpstr>Criando um projeto REST API</vt:lpstr>
      <vt:lpstr>Criando um projeto REST API</vt:lpstr>
      <vt:lpstr>Criando um projeto REST API</vt:lpstr>
      <vt:lpstr>Criando um projeto Library</vt:lpstr>
      <vt:lpstr>Criando um projeto Library</vt:lpstr>
      <vt:lpstr>Criando um projeto Library</vt:lpstr>
      <vt:lpstr>Criando um projeto Library</vt:lpstr>
      <vt:lpstr>Criando um projeto Library</vt:lpstr>
      <vt:lpstr>Criando um projeto Library</vt:lpstr>
      <vt:lpstr>Criando um projeto Policy</vt:lpstr>
      <vt:lpstr>Criando um projeto Policy</vt:lpstr>
      <vt:lpstr>Criando um projeto Policy</vt:lpstr>
      <vt:lpstr>Criando um projeto Policy</vt:lpstr>
      <vt:lpstr>Criando um projeto Policy</vt:lpstr>
      <vt:lpstr>Criando um projeto Policy</vt:lpstr>
      <vt:lpstr>Criando um projeto Policy</vt:lpstr>
      <vt:lpstr>Criando um projeto Policy</vt:lpstr>
      <vt:lpstr>Criando um projeto Policy</vt:lpstr>
      <vt:lpstr>Flow Order</vt:lpstr>
      <vt:lpstr>Flow Order</vt:lpstr>
      <vt:lpstr>Flow Order</vt:lpstr>
      <vt:lpstr>Flow Order</vt:lpstr>
      <vt:lpstr>Árvores de Mensagens e Compute Mode</vt:lpstr>
      <vt:lpstr>Árvores de Mensagens e Compute Mode</vt:lpstr>
      <vt:lpstr>Árvores de Mensagens e Compute Mode</vt:lpstr>
      <vt:lpstr>Árvores de Mensagens e Compute Mode</vt:lpstr>
      <vt:lpstr>Árvores de Mensagens e Compute Mode</vt:lpstr>
      <vt:lpstr>Árvores de Mensagens e Compute Mode</vt:lpstr>
      <vt:lpstr>Árvores de Mensagens e Compute Mode</vt:lpstr>
      <vt:lpstr>Árvores de Mensagens e Compute Mode</vt:lpstr>
      <vt:lpstr>Árvores de Mensagens e Compute Mode</vt:lpstr>
      <vt:lpstr>Error Handling</vt:lpstr>
      <vt:lpstr>Error Handling</vt:lpstr>
      <vt:lpstr>Error Handling</vt:lpstr>
      <vt:lpstr>Error Handling</vt:lpstr>
      <vt:lpstr>Error Handling</vt:lpstr>
      <vt:lpstr>Error Handling</vt:lpstr>
      <vt:lpstr>Timer</vt:lpstr>
      <vt:lpstr>Timer</vt:lpstr>
      <vt:lpstr>Timer</vt:lpstr>
      <vt:lpstr>Timer</vt:lpstr>
      <vt:lpstr>Timer</vt:lpstr>
      <vt:lpstr>Timer</vt:lpstr>
      <vt:lpstr>Timer</vt:lpstr>
      <vt:lpstr>Timer</vt:lpstr>
      <vt:lpstr>Timer</vt:lpstr>
      <vt:lpstr>Continua...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ACE – App Connect Enterprise Introdução</dc:title>
  <dc:creator>Carlos Guilherme Do Nascimento Arantes</dc:creator>
  <cp:lastModifiedBy>Alexandre Zanetti de Almeida</cp:lastModifiedBy>
  <cp:revision>873</cp:revision>
  <dcterms:created xsi:type="dcterms:W3CDTF">2021-01-26T02:52:31Z</dcterms:created>
  <dcterms:modified xsi:type="dcterms:W3CDTF">2023-10-26T19:16:43Z</dcterms:modified>
</cp:coreProperties>
</file>